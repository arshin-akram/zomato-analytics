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0"/>
  </p:notesMasterIdLst>
  <p:sldIdLst>
    <p:sldId id="256" r:id="rId2"/>
    <p:sldId id="258" r:id="rId3"/>
    <p:sldId id="259" r:id="rId4"/>
    <p:sldId id="308" r:id="rId5"/>
    <p:sldId id="307" r:id="rId6"/>
    <p:sldId id="260" r:id="rId7"/>
    <p:sldId id="309" r:id="rId8"/>
    <p:sldId id="311" r:id="rId9"/>
    <p:sldId id="310" r:id="rId10"/>
    <p:sldId id="312" r:id="rId11"/>
    <p:sldId id="313" r:id="rId12"/>
    <p:sldId id="314" r:id="rId13"/>
    <p:sldId id="315" r:id="rId14"/>
    <p:sldId id="316" r:id="rId15"/>
    <p:sldId id="317" r:id="rId16"/>
    <p:sldId id="318" r:id="rId17"/>
    <p:sldId id="319" r:id="rId18"/>
    <p:sldId id="320" r:id="rId19"/>
  </p:sldIdLst>
  <p:sldSz cx="9144000" cy="5143500" type="screen16x9"/>
  <p:notesSz cx="6858000" cy="9144000"/>
  <p:embeddedFontLst>
    <p:embeddedFont>
      <p:font typeface="Advent Pro" panose="020B0604020202020204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37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14433A-638F-4C65-AD0B-CED530C40279}">
  <a:tblStyle styleId="{0A14433A-638F-4C65-AD0B-CED530C402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n Akram" userId="0950abbc4dc5f4bc" providerId="LiveId" clId="{5BEF7DA1-9454-4ADD-A3DC-26ECD5572D6E}"/>
    <pc:docChg chg="undo redo custSel addSld modSld sldOrd modMainMaster">
      <pc:chgData name="Arshin Akram" userId="0950abbc4dc5f4bc" providerId="LiveId" clId="{5BEF7DA1-9454-4ADD-A3DC-26ECD5572D6E}" dt="2025-12-12T13:08:23.463" v="1058" actId="1076"/>
      <pc:docMkLst>
        <pc:docMk/>
      </pc:docMkLst>
      <pc:sldChg chg="modSp mod setBg">
        <pc:chgData name="Arshin Akram" userId="0950abbc4dc5f4bc" providerId="LiveId" clId="{5BEF7DA1-9454-4ADD-A3DC-26ECD5572D6E}" dt="2025-12-12T13:08:23.463" v="1058" actId="1076"/>
        <pc:sldMkLst>
          <pc:docMk/>
          <pc:sldMk cId="0" sldId="256"/>
        </pc:sldMkLst>
        <pc:spChg chg="mod">
          <ac:chgData name="Arshin Akram" userId="0950abbc4dc5f4bc" providerId="LiveId" clId="{5BEF7DA1-9454-4ADD-A3DC-26ECD5572D6E}" dt="2025-12-12T13:08:23.463" v="1058" actId="1076"/>
          <ac:spMkLst>
            <pc:docMk/>
            <pc:sldMk cId="0" sldId="256"/>
            <ac:spMk id="11" creationId="{686313D9-D4FB-FBEF-FA6A-D9FFBA3A04CB}"/>
          </ac:spMkLst>
        </pc:spChg>
      </pc:sldChg>
      <pc:sldChg chg="modSp mod setBg">
        <pc:chgData name="Arshin Akram" userId="0950abbc4dc5f4bc" providerId="LiveId" clId="{5BEF7DA1-9454-4ADD-A3DC-26ECD5572D6E}" dt="2025-11-13T06:07:43.970" v="1001" actId="1076"/>
        <pc:sldMkLst>
          <pc:docMk/>
          <pc:sldMk cId="0" sldId="258"/>
        </pc:sldMkLst>
        <pc:spChg chg="mod">
          <ac:chgData name="Arshin Akram" userId="0950abbc4dc5f4bc" providerId="LiveId" clId="{5BEF7DA1-9454-4ADD-A3DC-26ECD5572D6E}" dt="2025-11-12T09:26:13.620" v="856" actId="1076"/>
          <ac:spMkLst>
            <pc:docMk/>
            <pc:sldMk cId="0" sldId="258"/>
            <ac:spMk id="9" creationId="{C10997ED-31E8-6F8E-163A-73548CEBB6AC}"/>
          </ac:spMkLst>
        </pc:spChg>
        <pc:spChg chg="mod">
          <ac:chgData name="Arshin Akram" userId="0950abbc4dc5f4bc" providerId="LiveId" clId="{5BEF7DA1-9454-4ADD-A3DC-26ECD5572D6E}" dt="2025-11-12T09:26:59.987" v="862" actId="2711"/>
          <ac:spMkLst>
            <pc:docMk/>
            <pc:sldMk cId="0" sldId="258"/>
            <ac:spMk id="10" creationId="{5BC72346-BD82-1987-0915-362A6345C7E6}"/>
          </ac:spMkLst>
        </pc:spChg>
        <pc:spChg chg="mod">
          <ac:chgData name="Arshin Akram" userId="0950abbc4dc5f4bc" providerId="LiveId" clId="{5BEF7DA1-9454-4ADD-A3DC-26ECD5572D6E}" dt="2025-11-13T06:07:43.970" v="1001" actId="1076"/>
          <ac:spMkLst>
            <pc:docMk/>
            <pc:sldMk cId="0" sldId="258"/>
            <ac:spMk id="13" creationId="{70800527-2710-D47E-1B53-C6805E25F12C}"/>
          </ac:spMkLst>
        </pc:spChg>
        <pc:spChg chg="mod">
          <ac:chgData name="Arshin Akram" userId="0950abbc4dc5f4bc" providerId="LiveId" clId="{5BEF7DA1-9454-4ADD-A3DC-26ECD5572D6E}" dt="2025-11-13T06:07:43.970" v="1001" actId="1076"/>
          <ac:spMkLst>
            <pc:docMk/>
            <pc:sldMk cId="0" sldId="258"/>
            <ac:spMk id="14" creationId="{7F0F7D77-7730-387C-7D5A-D58275EAB2BA}"/>
          </ac:spMkLst>
        </pc:spChg>
        <pc:spChg chg="mod">
          <ac:chgData name="Arshin Akram" userId="0950abbc4dc5f4bc" providerId="LiveId" clId="{5BEF7DA1-9454-4ADD-A3DC-26ECD5572D6E}" dt="2025-11-12T09:26:13.620" v="856" actId="1076"/>
          <ac:spMkLst>
            <pc:docMk/>
            <pc:sldMk cId="0" sldId="258"/>
            <ac:spMk id="15" creationId="{B0D1D6C7-B54E-E076-DCC1-68B8B9132A58}"/>
          </ac:spMkLst>
        </pc:spChg>
        <pc:spChg chg="mod">
          <ac:chgData name="Arshin Akram" userId="0950abbc4dc5f4bc" providerId="LiveId" clId="{5BEF7DA1-9454-4ADD-A3DC-26ECD5572D6E}" dt="2025-11-13T06:07:43.970" v="1001" actId="1076"/>
          <ac:spMkLst>
            <pc:docMk/>
            <pc:sldMk cId="0" sldId="258"/>
            <ac:spMk id="16" creationId="{4B0FFC51-BD72-4868-E12B-5CE28C3153AD}"/>
          </ac:spMkLst>
        </pc:spChg>
        <pc:spChg chg="mod">
          <ac:chgData name="Arshin Akram" userId="0950abbc4dc5f4bc" providerId="LiveId" clId="{5BEF7DA1-9454-4ADD-A3DC-26ECD5572D6E}" dt="2025-11-12T09:24:25.731" v="847" actId="1076"/>
          <ac:spMkLst>
            <pc:docMk/>
            <pc:sldMk cId="0" sldId="258"/>
            <ac:spMk id="264" creationId="{00000000-0000-0000-0000-000000000000}"/>
          </ac:spMkLst>
        </pc:spChg>
        <pc:spChg chg="mod">
          <ac:chgData name="Arshin Akram" userId="0950abbc4dc5f4bc" providerId="LiveId" clId="{5BEF7DA1-9454-4ADD-A3DC-26ECD5572D6E}" dt="2025-11-12T09:25:30.842" v="855" actId="1076"/>
          <ac:spMkLst>
            <pc:docMk/>
            <pc:sldMk cId="0" sldId="258"/>
            <ac:spMk id="266" creationId="{00000000-0000-0000-0000-000000000000}"/>
          </ac:spMkLst>
        </pc:spChg>
        <pc:spChg chg="mod">
          <ac:chgData name="Arshin Akram" userId="0950abbc4dc5f4bc" providerId="LiveId" clId="{5BEF7DA1-9454-4ADD-A3DC-26ECD5572D6E}" dt="2025-11-13T06:07:43.970" v="1001" actId="1076"/>
          <ac:spMkLst>
            <pc:docMk/>
            <pc:sldMk cId="0" sldId="258"/>
            <ac:spMk id="268" creationId="{00000000-0000-0000-0000-000000000000}"/>
          </ac:spMkLst>
        </pc:spChg>
        <pc:spChg chg="mod">
          <ac:chgData name="Arshin Akram" userId="0950abbc4dc5f4bc" providerId="LiveId" clId="{5BEF7DA1-9454-4ADD-A3DC-26ECD5572D6E}" dt="2025-11-12T09:24:25.731" v="847" actId="1076"/>
          <ac:spMkLst>
            <pc:docMk/>
            <pc:sldMk cId="0" sldId="258"/>
            <ac:spMk id="270" creationId="{00000000-0000-0000-0000-000000000000}"/>
          </ac:spMkLst>
        </pc:spChg>
        <pc:spChg chg="mod">
          <ac:chgData name="Arshin Akram" userId="0950abbc4dc5f4bc" providerId="LiveId" clId="{5BEF7DA1-9454-4ADD-A3DC-26ECD5572D6E}" dt="2025-11-12T09:25:30.842" v="855" actId="1076"/>
          <ac:spMkLst>
            <pc:docMk/>
            <pc:sldMk cId="0" sldId="258"/>
            <ac:spMk id="271" creationId="{00000000-0000-0000-0000-000000000000}"/>
          </ac:spMkLst>
        </pc:spChg>
        <pc:spChg chg="mod">
          <ac:chgData name="Arshin Akram" userId="0950abbc4dc5f4bc" providerId="LiveId" clId="{5BEF7DA1-9454-4ADD-A3DC-26ECD5572D6E}" dt="2025-11-13T06:07:43.970" v="1001" actId="1076"/>
          <ac:spMkLst>
            <pc:docMk/>
            <pc:sldMk cId="0" sldId="258"/>
            <ac:spMk id="272" creationId="{00000000-0000-0000-0000-000000000000}"/>
          </ac:spMkLst>
        </pc:spChg>
        <pc:spChg chg="mod">
          <ac:chgData name="Arshin Akram" userId="0950abbc4dc5f4bc" providerId="LiveId" clId="{5BEF7DA1-9454-4ADD-A3DC-26ECD5572D6E}" dt="2025-11-12T09:24:25.731" v="847" actId="1076"/>
          <ac:spMkLst>
            <pc:docMk/>
            <pc:sldMk cId="0" sldId="258"/>
            <ac:spMk id="273" creationId="{00000000-0000-0000-0000-000000000000}"/>
          </ac:spMkLst>
        </pc:spChg>
        <pc:spChg chg="mod">
          <ac:chgData name="Arshin Akram" userId="0950abbc4dc5f4bc" providerId="LiveId" clId="{5BEF7DA1-9454-4ADD-A3DC-26ECD5572D6E}" dt="2025-11-12T09:24:25.731" v="847" actId="1076"/>
          <ac:spMkLst>
            <pc:docMk/>
            <pc:sldMk cId="0" sldId="258"/>
            <ac:spMk id="274" creationId="{00000000-0000-0000-0000-000000000000}"/>
          </ac:spMkLst>
        </pc:spChg>
        <pc:spChg chg="mod">
          <ac:chgData name="Arshin Akram" userId="0950abbc4dc5f4bc" providerId="LiveId" clId="{5BEF7DA1-9454-4ADD-A3DC-26ECD5572D6E}" dt="2025-11-12T09:26:38.944" v="858" actId="2711"/>
          <ac:spMkLst>
            <pc:docMk/>
            <pc:sldMk cId="0" sldId="258"/>
            <ac:spMk id="276" creationId="{00000000-0000-0000-0000-000000000000}"/>
          </ac:spMkLst>
        </pc:spChg>
        <pc:spChg chg="mod">
          <ac:chgData name="Arshin Akram" userId="0950abbc4dc5f4bc" providerId="LiveId" clId="{5BEF7DA1-9454-4ADD-A3DC-26ECD5572D6E}" dt="2025-11-12T09:26:46.099" v="859" actId="2711"/>
          <ac:spMkLst>
            <pc:docMk/>
            <pc:sldMk cId="0" sldId="258"/>
            <ac:spMk id="277" creationId="{00000000-0000-0000-0000-000000000000}"/>
          </ac:spMkLst>
        </pc:spChg>
        <pc:spChg chg="mod">
          <ac:chgData name="Arshin Akram" userId="0950abbc4dc5f4bc" providerId="LiveId" clId="{5BEF7DA1-9454-4ADD-A3DC-26ECD5572D6E}" dt="2025-11-13T06:07:43.970" v="1001" actId="1076"/>
          <ac:spMkLst>
            <pc:docMk/>
            <pc:sldMk cId="0" sldId="258"/>
            <ac:spMk id="278" creationId="{00000000-0000-0000-0000-000000000000}"/>
          </ac:spMkLst>
        </pc:spChg>
        <pc:spChg chg="mod">
          <ac:chgData name="Arshin Akram" userId="0950abbc4dc5f4bc" providerId="LiveId" clId="{5BEF7DA1-9454-4ADD-A3DC-26ECD5572D6E}" dt="2025-11-12T09:26:55.191" v="861" actId="2711"/>
          <ac:spMkLst>
            <pc:docMk/>
            <pc:sldMk cId="0" sldId="258"/>
            <ac:spMk id="279" creationId="{00000000-0000-0000-0000-000000000000}"/>
          </ac:spMkLst>
        </pc:spChg>
      </pc:sldChg>
      <pc:sldChg chg="modSp mod">
        <pc:chgData name="Arshin Akram" userId="0950abbc4dc5f4bc" providerId="LiveId" clId="{5BEF7DA1-9454-4ADD-A3DC-26ECD5572D6E}" dt="2025-11-13T06:03:49.009" v="1000" actId="20578"/>
        <pc:sldMkLst>
          <pc:docMk/>
          <pc:sldMk cId="0" sldId="259"/>
        </pc:sldMkLst>
        <pc:spChg chg="mod">
          <ac:chgData name="Arshin Akram" userId="0950abbc4dc5f4bc" providerId="LiveId" clId="{5BEF7DA1-9454-4ADD-A3DC-26ECD5572D6E}" dt="2025-11-13T06:03:49.009" v="1000" actId="20578"/>
          <ac:spMkLst>
            <pc:docMk/>
            <pc:sldMk cId="0" sldId="259"/>
            <ac:spMk id="286" creationId="{00000000-0000-0000-0000-000000000000}"/>
          </ac:spMkLst>
        </pc:spChg>
      </pc:sldChg>
      <pc:sldChg chg="modSp mod">
        <pc:chgData name="Arshin Akram" userId="0950abbc4dc5f4bc" providerId="LiveId" clId="{5BEF7DA1-9454-4ADD-A3DC-26ECD5572D6E}" dt="2025-11-13T05:59:58.118" v="963" actId="113"/>
        <pc:sldMkLst>
          <pc:docMk/>
          <pc:sldMk cId="1879713081" sldId="307"/>
        </pc:sldMkLst>
        <pc:spChg chg="mod">
          <ac:chgData name="Arshin Akram" userId="0950abbc4dc5f4bc" providerId="LiveId" clId="{5BEF7DA1-9454-4ADD-A3DC-26ECD5572D6E}" dt="2025-11-13T05:59:58.118" v="963" actId="113"/>
          <ac:spMkLst>
            <pc:docMk/>
            <pc:sldMk cId="1879713081" sldId="307"/>
            <ac:spMk id="5" creationId="{D75686B0-ACF3-8F4B-A489-06A4EC7786C9}"/>
          </ac:spMkLst>
        </pc:spChg>
      </pc:sldChg>
      <pc:sldChg chg="modSp mod">
        <pc:chgData name="Arshin Akram" userId="0950abbc4dc5f4bc" providerId="LiveId" clId="{5BEF7DA1-9454-4ADD-A3DC-26ECD5572D6E}" dt="2025-11-13T06:02:20.073" v="982" actId="404"/>
        <pc:sldMkLst>
          <pc:docMk/>
          <pc:sldMk cId="2414927066" sldId="308"/>
        </pc:sldMkLst>
        <pc:spChg chg="mod">
          <ac:chgData name="Arshin Akram" userId="0950abbc4dc5f4bc" providerId="LiveId" clId="{5BEF7DA1-9454-4ADD-A3DC-26ECD5572D6E}" dt="2025-11-13T06:02:20.073" v="982" actId="404"/>
          <ac:spMkLst>
            <pc:docMk/>
            <pc:sldMk cId="2414927066" sldId="308"/>
            <ac:spMk id="2" creationId="{DE78173B-9912-91F3-AB22-786D7AF83974}"/>
          </ac:spMkLst>
        </pc:spChg>
      </pc:sldChg>
      <pc:sldChg chg="addSp delSp modSp mod">
        <pc:chgData name="Arshin Akram" userId="0950abbc4dc5f4bc" providerId="LiveId" clId="{5BEF7DA1-9454-4ADD-A3DC-26ECD5572D6E}" dt="2025-11-13T11:23:08.974" v="1012" actId="478"/>
        <pc:sldMkLst>
          <pc:docMk/>
          <pc:sldMk cId="1656353838" sldId="309"/>
        </pc:sldMkLst>
        <pc:picChg chg="add del mod">
          <ac:chgData name="Arshin Akram" userId="0950abbc4dc5f4bc" providerId="LiveId" clId="{5BEF7DA1-9454-4ADD-A3DC-26ECD5572D6E}" dt="2025-11-13T11:23:06.240" v="1011" actId="478"/>
          <ac:picMkLst>
            <pc:docMk/>
            <pc:sldMk cId="1656353838" sldId="309"/>
            <ac:picMk id="3" creationId="{26FBE717-F2B9-2976-8956-E0F768402151}"/>
          </ac:picMkLst>
        </pc:picChg>
      </pc:sldChg>
      <pc:sldChg chg="addSp delSp modSp mod">
        <pc:chgData name="Arshin Akram" userId="0950abbc4dc5f4bc" providerId="LiveId" clId="{5BEF7DA1-9454-4ADD-A3DC-26ECD5572D6E}" dt="2025-11-13T11:23:48.341" v="1021" actId="1076"/>
        <pc:sldMkLst>
          <pc:docMk/>
          <pc:sldMk cId="2820374257" sldId="311"/>
        </pc:sldMkLst>
        <pc:picChg chg="add mod modCrop">
          <ac:chgData name="Arshin Akram" userId="0950abbc4dc5f4bc" providerId="LiveId" clId="{5BEF7DA1-9454-4ADD-A3DC-26ECD5572D6E}" dt="2025-11-13T11:23:48.341" v="1021" actId="1076"/>
          <ac:picMkLst>
            <pc:docMk/>
            <pc:sldMk cId="2820374257" sldId="311"/>
            <ac:picMk id="3" creationId="{BB2D6E74-9B6C-560B-D415-314B42BC06D9}"/>
          </ac:picMkLst>
        </pc:picChg>
      </pc:sldChg>
      <pc:sldChg chg="modSp add mod ord">
        <pc:chgData name="Arshin Akram" userId="0950abbc4dc5f4bc" providerId="LiveId" clId="{5BEF7DA1-9454-4ADD-A3DC-26ECD5572D6E}" dt="2025-11-12T08:43:33.469" v="356" actId="20577"/>
        <pc:sldMkLst>
          <pc:docMk/>
          <pc:sldMk cId="2189822900" sldId="312"/>
        </pc:sldMkLst>
        <pc:spChg chg="mod">
          <ac:chgData name="Arshin Akram" userId="0950abbc4dc5f4bc" providerId="LiveId" clId="{5BEF7DA1-9454-4ADD-A3DC-26ECD5572D6E}" dt="2025-11-12T08:43:33.469" v="356" actId="20577"/>
          <ac:spMkLst>
            <pc:docMk/>
            <pc:sldMk cId="2189822900" sldId="312"/>
            <ac:spMk id="5" creationId="{218E8E8B-5C1A-7FAE-12C4-6A23DEA017DE}"/>
          </ac:spMkLst>
        </pc:spChg>
        <pc:spChg chg="mod">
          <ac:chgData name="Arshin Akram" userId="0950abbc4dc5f4bc" providerId="LiveId" clId="{5BEF7DA1-9454-4ADD-A3DC-26ECD5572D6E}" dt="2025-11-12T08:34:23.248" v="32"/>
          <ac:spMkLst>
            <pc:docMk/>
            <pc:sldMk cId="2189822900" sldId="312"/>
            <ac:spMk id="285" creationId="{D28955F9-1072-3F98-5DD5-6D00F6822168}"/>
          </ac:spMkLst>
        </pc:spChg>
      </pc:sldChg>
      <pc:sldChg chg="modSp add mod">
        <pc:chgData name="Arshin Akram" userId="0950abbc4dc5f4bc" providerId="LiveId" clId="{5BEF7DA1-9454-4ADD-A3DC-26ECD5572D6E}" dt="2025-11-12T08:53:13.607" v="416" actId="113"/>
        <pc:sldMkLst>
          <pc:docMk/>
          <pc:sldMk cId="2498746978" sldId="313"/>
        </pc:sldMkLst>
        <pc:spChg chg="mod">
          <ac:chgData name="Arshin Akram" userId="0950abbc4dc5f4bc" providerId="LiveId" clId="{5BEF7DA1-9454-4ADD-A3DC-26ECD5572D6E}" dt="2025-11-12T08:53:13.607" v="416" actId="113"/>
          <ac:spMkLst>
            <pc:docMk/>
            <pc:sldMk cId="2498746978" sldId="313"/>
            <ac:spMk id="5" creationId="{7E49E98C-6519-A40B-3052-B49A7CE2518A}"/>
          </ac:spMkLst>
        </pc:spChg>
      </pc:sldChg>
      <pc:sldChg chg="modSp add mod">
        <pc:chgData name="Arshin Akram" userId="0950abbc4dc5f4bc" providerId="LiveId" clId="{5BEF7DA1-9454-4ADD-A3DC-26ECD5572D6E}" dt="2025-11-12T08:57:10.990" v="472" actId="113"/>
        <pc:sldMkLst>
          <pc:docMk/>
          <pc:sldMk cId="3935134896" sldId="314"/>
        </pc:sldMkLst>
        <pc:spChg chg="mod">
          <ac:chgData name="Arshin Akram" userId="0950abbc4dc5f4bc" providerId="LiveId" clId="{5BEF7DA1-9454-4ADD-A3DC-26ECD5572D6E}" dt="2025-11-12T08:57:10.990" v="472" actId="113"/>
          <ac:spMkLst>
            <pc:docMk/>
            <pc:sldMk cId="3935134896" sldId="314"/>
            <ac:spMk id="5" creationId="{6E0ACBD7-D742-7A64-D4A6-9F5E8CEFCFED}"/>
          </ac:spMkLst>
        </pc:spChg>
      </pc:sldChg>
      <pc:sldChg chg="modSp add mod">
        <pc:chgData name="Arshin Akram" userId="0950abbc4dc5f4bc" providerId="LiveId" clId="{5BEF7DA1-9454-4ADD-A3DC-26ECD5572D6E}" dt="2025-11-12T09:07:32.104" v="590" actId="2711"/>
        <pc:sldMkLst>
          <pc:docMk/>
          <pc:sldMk cId="3388107641" sldId="315"/>
        </pc:sldMkLst>
        <pc:spChg chg="mod">
          <ac:chgData name="Arshin Akram" userId="0950abbc4dc5f4bc" providerId="LiveId" clId="{5BEF7DA1-9454-4ADD-A3DC-26ECD5572D6E}" dt="2025-11-12T09:07:32.104" v="590" actId="2711"/>
          <ac:spMkLst>
            <pc:docMk/>
            <pc:sldMk cId="3388107641" sldId="315"/>
            <ac:spMk id="5" creationId="{87145EEC-3A82-5978-A330-934E23C26D7B}"/>
          </ac:spMkLst>
        </pc:spChg>
        <pc:spChg chg="mod">
          <ac:chgData name="Arshin Akram" userId="0950abbc4dc5f4bc" providerId="LiveId" clId="{5BEF7DA1-9454-4ADD-A3DC-26ECD5572D6E}" dt="2025-11-12T08:58:49.120" v="509" actId="20577"/>
          <ac:spMkLst>
            <pc:docMk/>
            <pc:sldMk cId="3388107641" sldId="315"/>
            <ac:spMk id="285" creationId="{72A7DF61-654C-5E98-7DB7-2C7992C47ED8}"/>
          </ac:spMkLst>
        </pc:spChg>
      </pc:sldChg>
      <pc:sldChg chg="modSp add mod">
        <pc:chgData name="Arshin Akram" userId="0950abbc4dc5f4bc" providerId="LiveId" clId="{5BEF7DA1-9454-4ADD-A3DC-26ECD5572D6E}" dt="2025-11-12T09:11:50.077" v="665" actId="113"/>
        <pc:sldMkLst>
          <pc:docMk/>
          <pc:sldMk cId="3652629810" sldId="316"/>
        </pc:sldMkLst>
        <pc:spChg chg="mod">
          <ac:chgData name="Arshin Akram" userId="0950abbc4dc5f4bc" providerId="LiveId" clId="{5BEF7DA1-9454-4ADD-A3DC-26ECD5572D6E}" dt="2025-11-12T09:11:50.077" v="665" actId="113"/>
          <ac:spMkLst>
            <pc:docMk/>
            <pc:sldMk cId="3652629810" sldId="316"/>
            <ac:spMk id="5" creationId="{A6393504-BFA2-369F-8E23-C402AC90A4BA}"/>
          </ac:spMkLst>
        </pc:spChg>
      </pc:sldChg>
      <pc:sldChg chg="modSp add mod ord">
        <pc:chgData name="Arshin Akram" userId="0950abbc4dc5f4bc" providerId="LiveId" clId="{5BEF7DA1-9454-4ADD-A3DC-26ECD5572D6E}" dt="2025-11-12T09:19:21.388" v="766" actId="113"/>
        <pc:sldMkLst>
          <pc:docMk/>
          <pc:sldMk cId="3460317960" sldId="317"/>
        </pc:sldMkLst>
        <pc:spChg chg="mod">
          <ac:chgData name="Arshin Akram" userId="0950abbc4dc5f4bc" providerId="LiveId" clId="{5BEF7DA1-9454-4ADD-A3DC-26ECD5572D6E}" dt="2025-11-12T09:19:21.388" v="766" actId="113"/>
          <ac:spMkLst>
            <pc:docMk/>
            <pc:sldMk cId="3460317960" sldId="317"/>
            <ac:spMk id="5" creationId="{D92D0505-41FA-AE58-FBA7-50D2FDBF8697}"/>
          </ac:spMkLst>
        </pc:spChg>
        <pc:spChg chg="mod">
          <ac:chgData name="Arshin Akram" userId="0950abbc4dc5f4bc" providerId="LiveId" clId="{5BEF7DA1-9454-4ADD-A3DC-26ECD5572D6E}" dt="2025-11-12T09:14:33.646" v="702" actId="20577"/>
          <ac:spMkLst>
            <pc:docMk/>
            <pc:sldMk cId="3460317960" sldId="317"/>
            <ac:spMk id="285" creationId="{D593F2D0-E20D-6C1A-C8D9-E743158ABD1E}"/>
          </ac:spMkLst>
        </pc:spChg>
      </pc:sldChg>
      <pc:sldChg chg="modSp add mod">
        <pc:chgData name="Arshin Akram" userId="0950abbc4dc5f4bc" providerId="LiveId" clId="{5BEF7DA1-9454-4ADD-A3DC-26ECD5572D6E}" dt="2025-11-12T09:27:33.494" v="864" actId="21"/>
        <pc:sldMkLst>
          <pc:docMk/>
          <pc:sldMk cId="320352555" sldId="318"/>
        </pc:sldMkLst>
        <pc:spChg chg="mod">
          <ac:chgData name="Arshin Akram" userId="0950abbc4dc5f4bc" providerId="LiveId" clId="{5BEF7DA1-9454-4ADD-A3DC-26ECD5572D6E}" dt="2025-11-12T09:27:33.494" v="864" actId="21"/>
          <ac:spMkLst>
            <pc:docMk/>
            <pc:sldMk cId="320352555" sldId="318"/>
            <ac:spMk id="5" creationId="{CD92F7EA-1B6C-B39D-AAE0-36F5E5714B83}"/>
          </ac:spMkLst>
        </pc:spChg>
      </pc:sldChg>
      <pc:sldChg chg="modSp add mod setBg">
        <pc:chgData name="Arshin Akram" userId="0950abbc4dc5f4bc" providerId="LiveId" clId="{5BEF7DA1-9454-4ADD-A3DC-26ECD5572D6E}" dt="2025-11-13T11:26:52.731" v="1029" actId="20577"/>
        <pc:sldMkLst>
          <pc:docMk/>
          <pc:sldMk cId="1500758590" sldId="319"/>
        </pc:sldMkLst>
        <pc:spChg chg="mod">
          <ac:chgData name="Arshin Akram" userId="0950abbc4dc5f4bc" providerId="LiveId" clId="{5BEF7DA1-9454-4ADD-A3DC-26ECD5572D6E}" dt="2025-11-13T11:26:52.731" v="1029" actId="20577"/>
          <ac:spMkLst>
            <pc:docMk/>
            <pc:sldMk cId="1500758590" sldId="319"/>
            <ac:spMk id="5" creationId="{8DE4F95C-DFCD-7B48-8D2C-D3538CB67B51}"/>
          </ac:spMkLst>
        </pc:spChg>
      </pc:sldChg>
      <pc:sldChg chg="addSp modSp new mod setBg">
        <pc:chgData name="Arshin Akram" userId="0950abbc4dc5f4bc" providerId="LiveId" clId="{5BEF7DA1-9454-4ADD-A3DC-26ECD5572D6E}" dt="2025-11-13T11:27:30.798" v="1037" actId="2711"/>
        <pc:sldMkLst>
          <pc:docMk/>
          <pc:sldMk cId="3690676041" sldId="320"/>
        </pc:sldMkLst>
        <pc:spChg chg="add mod">
          <ac:chgData name="Arshin Akram" userId="0950abbc4dc5f4bc" providerId="LiveId" clId="{5BEF7DA1-9454-4ADD-A3DC-26ECD5572D6E}" dt="2025-11-12T09:33:09.437" v="927" actId="207"/>
          <ac:spMkLst>
            <pc:docMk/>
            <pc:sldMk cId="3690676041" sldId="320"/>
            <ac:spMk id="2" creationId="{D72D4A42-D1AE-0A35-5C6F-E135E3E7A521}"/>
          </ac:spMkLst>
        </pc:spChg>
        <pc:spChg chg="add mod">
          <ac:chgData name="Arshin Akram" userId="0950abbc4dc5f4bc" providerId="LiveId" clId="{5BEF7DA1-9454-4ADD-A3DC-26ECD5572D6E}" dt="2025-11-13T11:27:30.798" v="1037" actId="2711"/>
          <ac:spMkLst>
            <pc:docMk/>
            <pc:sldMk cId="3690676041" sldId="320"/>
            <ac:spMk id="4" creationId="{BA7800C4-B9C7-2FA3-6D23-2A77DD8AEF5C}"/>
          </ac:spMkLst>
        </pc:spChg>
        <pc:spChg chg="add mod">
          <ac:chgData name="Arshin Akram" userId="0950abbc4dc5f4bc" providerId="LiveId" clId="{5BEF7DA1-9454-4ADD-A3DC-26ECD5572D6E}" dt="2025-11-13T11:27:30.523" v="1036" actId="404"/>
          <ac:spMkLst>
            <pc:docMk/>
            <pc:sldMk cId="3690676041" sldId="320"/>
            <ac:spMk id="6" creationId="{B2581639-9C42-CB03-1200-BA83DC1E0894}"/>
          </ac:spMkLst>
        </pc:spChg>
      </pc:sldChg>
      <pc:sldMasterChg chg="setBg modSldLayout">
        <pc:chgData name="Arshin Akram" userId="0950abbc4dc5f4bc" providerId="LiveId" clId="{5BEF7DA1-9454-4ADD-A3DC-26ECD5572D6E}" dt="2025-11-12T09:36:05.889" v="944"/>
        <pc:sldMasterMkLst>
          <pc:docMk/>
          <pc:sldMasterMk cId="0" sldId="2147483674"/>
        </pc:sldMasterMkLst>
        <pc:sldLayoutChg chg="setBg">
          <pc:chgData name="Arshin Akram" userId="0950abbc4dc5f4bc" providerId="LiveId" clId="{5BEF7DA1-9454-4ADD-A3DC-26ECD5572D6E}" dt="2025-11-12T09:36:05.889" v="944"/>
          <pc:sldLayoutMkLst>
            <pc:docMk/>
            <pc:sldMasterMk cId="0" sldId="2147483674"/>
            <pc:sldLayoutMk cId="0" sldId="2147483648"/>
          </pc:sldLayoutMkLst>
        </pc:sldLayoutChg>
        <pc:sldLayoutChg chg="setBg">
          <pc:chgData name="Arshin Akram" userId="0950abbc4dc5f4bc" providerId="LiveId" clId="{5BEF7DA1-9454-4ADD-A3DC-26ECD5572D6E}" dt="2025-11-12T09:36:05.889" v="944"/>
          <pc:sldLayoutMkLst>
            <pc:docMk/>
            <pc:sldMasterMk cId="0" sldId="2147483674"/>
            <pc:sldLayoutMk cId="0" sldId="2147483653"/>
          </pc:sldLayoutMkLst>
        </pc:sldLayoutChg>
        <pc:sldLayoutChg chg="setBg">
          <pc:chgData name="Arshin Akram" userId="0950abbc4dc5f4bc" providerId="LiveId" clId="{5BEF7DA1-9454-4ADD-A3DC-26ECD5572D6E}" dt="2025-11-12T09:36:05.889" v="944"/>
          <pc:sldLayoutMkLst>
            <pc:docMk/>
            <pc:sldMasterMk cId="0" sldId="2147483674"/>
            <pc:sldLayoutMk cId="0" sldId="2147483655"/>
          </pc:sldLayoutMkLst>
        </pc:sldLayoutChg>
        <pc:sldLayoutChg chg="setBg">
          <pc:chgData name="Arshin Akram" userId="0950abbc4dc5f4bc" providerId="LiveId" clId="{5BEF7DA1-9454-4ADD-A3DC-26ECD5572D6E}" dt="2025-11-12T09:36:05.889" v="944"/>
          <pc:sldLayoutMkLst>
            <pc:docMk/>
            <pc:sldMasterMk cId="0" sldId="2147483674"/>
            <pc:sldLayoutMk cId="0" sldId="2147483656"/>
          </pc:sldLayoutMkLst>
        </pc:sldLayoutChg>
        <pc:sldLayoutChg chg="setBg">
          <pc:chgData name="Arshin Akram" userId="0950abbc4dc5f4bc" providerId="LiveId" clId="{5BEF7DA1-9454-4ADD-A3DC-26ECD5572D6E}" dt="2025-11-12T09:36:05.889" v="944"/>
          <pc:sldLayoutMkLst>
            <pc:docMk/>
            <pc:sldMasterMk cId="0" sldId="2147483674"/>
            <pc:sldLayoutMk cId="0" sldId="2147483658"/>
          </pc:sldLayoutMkLst>
        </pc:sldLayoutChg>
        <pc:sldLayoutChg chg="setBg">
          <pc:chgData name="Arshin Akram" userId="0950abbc4dc5f4bc" providerId="LiveId" clId="{5BEF7DA1-9454-4ADD-A3DC-26ECD5572D6E}" dt="2025-11-12T09:36:05.889" v="944"/>
          <pc:sldLayoutMkLst>
            <pc:docMk/>
            <pc:sldMasterMk cId="0" sldId="2147483674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6b5a0b769d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6b5a0b769d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5EDD37C8-F2CC-BC8B-6123-FB6D2F59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510BB534-87C6-2AA0-23A1-7A5B145D04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61A6147E-2478-B077-E758-6D73CFD331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7624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DFE5B241-5AC8-9DE0-779E-C401C78F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2D215680-A763-84D8-0472-685B566AEA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82D3B21C-DC46-1089-0609-300312AE7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1120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b5a0b769d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6b5a0b769d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3AE81566-D12D-46AD-8638-97F5190D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b5a0b769d_0_262:notes">
            <a:extLst>
              <a:ext uri="{FF2B5EF4-FFF2-40B4-BE49-F238E27FC236}">
                <a16:creationId xmlns:a16="http://schemas.microsoft.com/office/drawing/2014/main" id="{C36743D0-00C8-7019-A1AA-8BE165981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6b5a0b769d_0_262:notes">
            <a:extLst>
              <a:ext uri="{FF2B5EF4-FFF2-40B4-BE49-F238E27FC236}">
                <a16:creationId xmlns:a16="http://schemas.microsoft.com/office/drawing/2014/main" id="{8536DA1F-3DFF-FB3E-C8B9-E314D19A3D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83646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60F19757-81F5-B51A-4AF4-28026E4E6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b5a0b769d_0_262:notes">
            <a:extLst>
              <a:ext uri="{FF2B5EF4-FFF2-40B4-BE49-F238E27FC236}">
                <a16:creationId xmlns:a16="http://schemas.microsoft.com/office/drawing/2014/main" id="{A43DA7A6-2D02-F62E-2A06-0341C364D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6b5a0b769d_0_262:notes">
            <a:extLst>
              <a:ext uri="{FF2B5EF4-FFF2-40B4-BE49-F238E27FC236}">
                <a16:creationId xmlns:a16="http://schemas.microsoft.com/office/drawing/2014/main" id="{37EDDA87-B58B-0118-A989-F7F7DEC44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7823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F027CB3E-0E07-642A-F6D4-06D6E43AE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6b5a0b769d_0_262:notes">
            <a:extLst>
              <a:ext uri="{FF2B5EF4-FFF2-40B4-BE49-F238E27FC236}">
                <a16:creationId xmlns:a16="http://schemas.microsoft.com/office/drawing/2014/main" id="{F473B241-BCCB-297D-EF7B-7B5A320AB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6b5a0b769d_0_262:notes">
            <a:extLst>
              <a:ext uri="{FF2B5EF4-FFF2-40B4-BE49-F238E27FC236}">
                <a16:creationId xmlns:a16="http://schemas.microsoft.com/office/drawing/2014/main" id="{755BA0F4-FDFD-EFA5-7F40-C0F7E93B67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8276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BD95900C-61B0-14AB-3579-AE6BD3EA6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35EABC10-4216-3329-2ED4-B348B283D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88386394-7E20-F024-1F4B-97B0D8139D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333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74A8CDA4-AB87-FB9D-C19F-5AD66A6E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3F797C68-5B06-E096-2FB0-1B76D74896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3F2FEEC6-F60B-34CB-0530-F5D025F515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651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5A882A8B-76E5-5135-1FD1-3C215E53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47BDF148-A1EA-765E-0392-C6410A32FD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0D74126E-7E71-8B2A-173A-4EAFE1A32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6232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4C5C33CD-83AD-F7C0-EB02-7454D74C3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92C9A4F2-E9ED-83F0-FEB9-66979F4C09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AEAC336B-76B8-96E5-1E62-2557CBBB7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92855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AC880F8D-A54A-BBAF-343F-8A7F8A61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EA04CE68-949A-C9B9-0EF5-2901B035F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08E988EA-FE5C-5E10-C30E-1B89A0C22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1877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A0FD146C-CD03-E56F-FD1F-00DD787D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0E6EBE20-4CE0-E3EC-0AA0-65E89FEAB5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F123FD16-1BFE-CE46-9CB7-8DEC6E5E0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96983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0E0842F9-935F-C701-43D8-8B3E8E7F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DFE42468-0670-5516-6F95-2F4486D3A4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7DA4637A-3B72-AE1D-E493-AB35E360C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1233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9DC366D0-7BCA-6E90-EB9E-6A4719424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6b5a0b769d_0_120:notes">
            <a:extLst>
              <a:ext uri="{FF2B5EF4-FFF2-40B4-BE49-F238E27FC236}">
                <a16:creationId xmlns:a16="http://schemas.microsoft.com/office/drawing/2014/main" id="{0B2E9327-6E87-3CEF-AFFB-BE29D4580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6b5a0b769d_0_120:notes">
            <a:extLst>
              <a:ext uri="{FF2B5EF4-FFF2-40B4-BE49-F238E27FC236}">
                <a16:creationId xmlns:a16="http://schemas.microsoft.com/office/drawing/2014/main" id="{ABD1E14D-FFB5-3BFB-649E-0142470A9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2709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23404" y="1130675"/>
            <a:ext cx="36180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23400" y="3372625"/>
            <a:ext cx="36180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5578375" y="2125700"/>
            <a:ext cx="2666400" cy="190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cxnSp>
        <p:nvCxnSpPr>
          <p:cNvPr id="30" name="Google Shape;30;p7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796050" y="1397950"/>
            <a:ext cx="3654600" cy="5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dvent Pro"/>
              <a:buNone/>
              <a:defRPr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Font typeface="Advent Pro"/>
              <a:buNone/>
              <a:defRPr sz="2100" b="1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796050" y="2034675"/>
            <a:ext cx="3111000" cy="217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37" name="Google Shape;37;p9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3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cxnSp>
        <p:nvCxnSpPr>
          <p:cNvPr id="40" name="Google Shape;40;p10"/>
          <p:cNvCxnSpPr/>
          <p:nvPr/>
        </p:nvCxnSpPr>
        <p:spPr>
          <a:xfrm>
            <a:off x="4309800" y="1023550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1186513" y="1874275"/>
            <a:ext cx="16047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1"/>
          </p:nvPr>
        </p:nvSpPr>
        <p:spPr>
          <a:xfrm>
            <a:off x="1186513" y="3291775"/>
            <a:ext cx="16047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title" idx="2"/>
          </p:nvPr>
        </p:nvSpPr>
        <p:spPr>
          <a:xfrm>
            <a:off x="2908602" y="1874275"/>
            <a:ext cx="16047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ubTitle" idx="3"/>
          </p:nvPr>
        </p:nvSpPr>
        <p:spPr>
          <a:xfrm>
            <a:off x="2908602" y="3291775"/>
            <a:ext cx="16047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4"/>
          </p:nvPr>
        </p:nvSpPr>
        <p:spPr>
          <a:xfrm>
            <a:off x="4630692" y="1874275"/>
            <a:ext cx="16047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5"/>
          </p:nvPr>
        </p:nvSpPr>
        <p:spPr>
          <a:xfrm>
            <a:off x="4630692" y="3291775"/>
            <a:ext cx="16047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6"/>
          </p:nvPr>
        </p:nvSpPr>
        <p:spPr>
          <a:xfrm>
            <a:off x="6352782" y="1874275"/>
            <a:ext cx="16047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None/>
              <a:defRPr sz="2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7"/>
          </p:nvPr>
        </p:nvSpPr>
        <p:spPr>
          <a:xfrm>
            <a:off x="6352782" y="3291775"/>
            <a:ext cx="16047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8" hasCustomPrompt="1"/>
          </p:nvPr>
        </p:nvSpPr>
        <p:spPr>
          <a:xfrm>
            <a:off x="955525" y="1057000"/>
            <a:ext cx="2066700" cy="14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FFFAE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9" hasCustomPrompt="1"/>
          </p:nvPr>
        </p:nvSpPr>
        <p:spPr>
          <a:xfrm>
            <a:off x="2677600" y="1057000"/>
            <a:ext cx="2066700" cy="14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FFFAE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13" hasCustomPrompt="1"/>
          </p:nvPr>
        </p:nvSpPr>
        <p:spPr>
          <a:xfrm>
            <a:off x="4399700" y="1057000"/>
            <a:ext cx="2066700" cy="14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FFFAE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14" hasCustomPrompt="1"/>
          </p:nvPr>
        </p:nvSpPr>
        <p:spPr>
          <a:xfrm>
            <a:off x="6121775" y="1057000"/>
            <a:ext cx="2066700" cy="14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>
                <a:solidFill>
                  <a:srgbClr val="FFFAE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dvent Pro"/>
              <a:buNone/>
              <a:defRPr sz="2800" b="1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dvent Pro"/>
              <a:buNone/>
              <a:defRPr sz="2800" b="1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dvent Pro"/>
              <a:buNone/>
              <a:defRPr sz="2800" b="1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dvent Pro"/>
              <a:buNone/>
              <a:defRPr sz="2800" b="1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dvent Pro"/>
              <a:buNone/>
              <a:defRPr sz="2800" b="1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dvent Pro"/>
              <a:buNone/>
              <a:defRPr sz="2800" b="1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dvent Pro"/>
              <a:buNone/>
              <a:defRPr sz="2800" b="1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dvent Pro"/>
              <a:buNone/>
              <a:defRPr sz="2800" b="1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dvent Pro"/>
              <a:buNone/>
              <a:defRPr sz="2800" b="1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Roboto"/>
              <a:buChar char="●"/>
              <a:defRPr sz="18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●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"/>
              <a:buChar char="○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Roboto"/>
              <a:buChar char="■"/>
              <a:defRPr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30"/>
          <p:cNvGrpSpPr/>
          <p:nvPr/>
        </p:nvGrpSpPr>
        <p:grpSpPr>
          <a:xfrm>
            <a:off x="4221365" y="515639"/>
            <a:ext cx="4863875" cy="3887475"/>
            <a:chOff x="936525" y="238100"/>
            <a:chExt cx="5319975" cy="3986400"/>
          </a:xfrm>
        </p:grpSpPr>
        <p:sp>
          <p:nvSpPr>
            <p:cNvPr id="150" name="Google Shape;150;p30"/>
            <p:cNvSpPr/>
            <p:nvPr/>
          </p:nvSpPr>
          <p:spPr>
            <a:xfrm>
              <a:off x="1585950" y="238100"/>
              <a:ext cx="4670550" cy="3949625"/>
            </a:xfrm>
            <a:custGeom>
              <a:avLst/>
              <a:gdLst/>
              <a:ahLst/>
              <a:cxnLst/>
              <a:rect l="l" t="t" r="r" b="b"/>
              <a:pathLst>
                <a:path w="186822" h="157985" extrusionOk="0">
                  <a:moveTo>
                    <a:pt x="91145" y="1"/>
                  </a:moveTo>
                  <a:cubicBezTo>
                    <a:pt x="83069" y="1"/>
                    <a:pt x="75289" y="5146"/>
                    <a:pt x="70242" y="11684"/>
                  </a:cubicBezTo>
                  <a:cubicBezTo>
                    <a:pt x="64470" y="19161"/>
                    <a:pt x="61385" y="28296"/>
                    <a:pt x="57534" y="36921"/>
                  </a:cubicBezTo>
                  <a:cubicBezTo>
                    <a:pt x="53683" y="45547"/>
                    <a:pt x="48606" y="54190"/>
                    <a:pt x="40421" y="58906"/>
                  </a:cubicBezTo>
                  <a:cubicBezTo>
                    <a:pt x="32607" y="63409"/>
                    <a:pt x="22888" y="63771"/>
                    <a:pt x="15215" y="68510"/>
                  </a:cubicBezTo>
                  <a:cubicBezTo>
                    <a:pt x="4141" y="75350"/>
                    <a:pt x="1" y="90547"/>
                    <a:pt x="3903" y="102964"/>
                  </a:cubicBezTo>
                  <a:cubicBezTo>
                    <a:pt x="7804" y="115382"/>
                    <a:pt x="18408" y="124900"/>
                    <a:pt x="30388" y="129989"/>
                  </a:cubicBezTo>
                  <a:cubicBezTo>
                    <a:pt x="42021" y="134933"/>
                    <a:pt x="54885" y="136165"/>
                    <a:pt x="67538" y="136165"/>
                  </a:cubicBezTo>
                  <a:cubicBezTo>
                    <a:pt x="67915" y="136165"/>
                    <a:pt x="68293" y="136164"/>
                    <a:pt x="68670" y="136162"/>
                  </a:cubicBezTo>
                  <a:cubicBezTo>
                    <a:pt x="71151" y="136148"/>
                    <a:pt x="73662" y="136098"/>
                    <a:pt x="76171" y="136098"/>
                  </a:cubicBezTo>
                  <a:cubicBezTo>
                    <a:pt x="83592" y="136098"/>
                    <a:pt x="91005" y="136539"/>
                    <a:pt x="97639" y="139671"/>
                  </a:cubicBezTo>
                  <a:cubicBezTo>
                    <a:pt x="105490" y="143379"/>
                    <a:pt x="111304" y="150460"/>
                    <a:pt x="119003" y="154473"/>
                  </a:cubicBezTo>
                  <a:cubicBezTo>
                    <a:pt x="123471" y="156801"/>
                    <a:pt x="128510" y="157984"/>
                    <a:pt x="133547" y="157984"/>
                  </a:cubicBezTo>
                  <a:cubicBezTo>
                    <a:pt x="137128" y="157984"/>
                    <a:pt x="140707" y="157386"/>
                    <a:pt x="144079" y="156175"/>
                  </a:cubicBezTo>
                  <a:cubicBezTo>
                    <a:pt x="168362" y="147455"/>
                    <a:pt x="180365" y="110227"/>
                    <a:pt x="184842" y="87706"/>
                  </a:cubicBezTo>
                  <a:cubicBezTo>
                    <a:pt x="186018" y="81789"/>
                    <a:pt x="186821" y="75647"/>
                    <a:pt x="185541" y="69753"/>
                  </a:cubicBezTo>
                  <a:cubicBezTo>
                    <a:pt x="184259" y="63857"/>
                    <a:pt x="180546" y="58199"/>
                    <a:pt x="174931" y="55993"/>
                  </a:cubicBezTo>
                  <a:cubicBezTo>
                    <a:pt x="172945" y="55214"/>
                    <a:pt x="170924" y="54904"/>
                    <a:pt x="168876" y="54904"/>
                  </a:cubicBezTo>
                  <a:cubicBezTo>
                    <a:pt x="160991" y="54904"/>
                    <a:pt x="152710" y="59492"/>
                    <a:pt x="144539" y="59492"/>
                  </a:cubicBezTo>
                  <a:cubicBezTo>
                    <a:pt x="143674" y="59492"/>
                    <a:pt x="142810" y="59440"/>
                    <a:pt x="141948" y="59327"/>
                  </a:cubicBezTo>
                  <a:cubicBezTo>
                    <a:pt x="133155" y="58167"/>
                    <a:pt x="126439" y="50691"/>
                    <a:pt x="122614" y="42689"/>
                  </a:cubicBezTo>
                  <a:cubicBezTo>
                    <a:pt x="118789" y="34689"/>
                    <a:pt x="117040" y="25835"/>
                    <a:pt x="113372" y="17761"/>
                  </a:cubicBezTo>
                  <a:cubicBezTo>
                    <a:pt x="109704" y="9688"/>
                    <a:pt x="103348" y="2002"/>
                    <a:pt x="94638" y="331"/>
                  </a:cubicBezTo>
                  <a:cubicBezTo>
                    <a:pt x="93473" y="107"/>
                    <a:pt x="92306" y="1"/>
                    <a:pt x="91145" y="1"/>
                  </a:cubicBezTo>
                  <a:close/>
                </a:path>
              </a:pathLst>
            </a:custGeom>
            <a:solidFill>
              <a:srgbClr val="F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0"/>
            <p:cNvSpPr/>
            <p:nvPr/>
          </p:nvSpPr>
          <p:spPr>
            <a:xfrm>
              <a:off x="936525" y="2497025"/>
              <a:ext cx="659925" cy="801900"/>
            </a:xfrm>
            <a:custGeom>
              <a:avLst/>
              <a:gdLst/>
              <a:ahLst/>
              <a:cxnLst/>
              <a:rect l="l" t="t" r="r" b="b"/>
              <a:pathLst>
                <a:path w="26397" h="32076" extrusionOk="0">
                  <a:moveTo>
                    <a:pt x="11422" y="1"/>
                  </a:moveTo>
                  <a:cubicBezTo>
                    <a:pt x="10866" y="1"/>
                    <a:pt x="10274" y="46"/>
                    <a:pt x="9640" y="141"/>
                  </a:cubicBezTo>
                  <a:cubicBezTo>
                    <a:pt x="5702" y="732"/>
                    <a:pt x="2430" y="3940"/>
                    <a:pt x="1216" y="7734"/>
                  </a:cubicBezTo>
                  <a:cubicBezTo>
                    <a:pt x="0" y="11528"/>
                    <a:pt x="664" y="15761"/>
                    <a:pt x="2459" y="19317"/>
                  </a:cubicBezTo>
                  <a:cubicBezTo>
                    <a:pt x="4253" y="22873"/>
                    <a:pt x="7097" y="25808"/>
                    <a:pt x="10241" y="28254"/>
                  </a:cubicBezTo>
                  <a:cubicBezTo>
                    <a:pt x="12805" y="30251"/>
                    <a:pt x="15774" y="32014"/>
                    <a:pt x="19022" y="32074"/>
                  </a:cubicBezTo>
                  <a:cubicBezTo>
                    <a:pt x="19066" y="32075"/>
                    <a:pt x="19109" y="32076"/>
                    <a:pt x="19153" y="32076"/>
                  </a:cubicBezTo>
                  <a:cubicBezTo>
                    <a:pt x="22363" y="32076"/>
                    <a:pt x="25746" y="29895"/>
                    <a:pt x="26096" y="26708"/>
                  </a:cubicBezTo>
                  <a:cubicBezTo>
                    <a:pt x="26397" y="23957"/>
                    <a:pt x="24516" y="21520"/>
                    <a:pt x="23100" y="19145"/>
                  </a:cubicBezTo>
                  <a:cubicBezTo>
                    <a:pt x="19506" y="13117"/>
                    <a:pt x="20856" y="1"/>
                    <a:pt x="11422" y="1"/>
                  </a:cubicBezTo>
                  <a:close/>
                </a:path>
              </a:pathLst>
            </a:custGeom>
            <a:solidFill>
              <a:srgbClr val="F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0"/>
            <p:cNvSpPr/>
            <p:nvPr/>
          </p:nvSpPr>
          <p:spPr>
            <a:xfrm>
              <a:off x="1602825" y="3328450"/>
              <a:ext cx="359400" cy="312375"/>
            </a:xfrm>
            <a:custGeom>
              <a:avLst/>
              <a:gdLst/>
              <a:ahLst/>
              <a:cxnLst/>
              <a:rect l="l" t="t" r="r" b="b"/>
              <a:pathLst>
                <a:path w="14376" h="12495" extrusionOk="0">
                  <a:moveTo>
                    <a:pt x="7162" y="0"/>
                  </a:moveTo>
                  <a:cubicBezTo>
                    <a:pt x="3523" y="0"/>
                    <a:pt x="0" y="4267"/>
                    <a:pt x="998" y="8034"/>
                  </a:cubicBezTo>
                  <a:cubicBezTo>
                    <a:pt x="1672" y="10576"/>
                    <a:pt x="4194" y="12494"/>
                    <a:pt x="6817" y="12494"/>
                  </a:cubicBezTo>
                  <a:cubicBezTo>
                    <a:pt x="6883" y="12494"/>
                    <a:pt x="6950" y="12493"/>
                    <a:pt x="7017" y="12490"/>
                  </a:cubicBezTo>
                  <a:cubicBezTo>
                    <a:pt x="13009" y="12267"/>
                    <a:pt x="14375" y="4701"/>
                    <a:pt x="10223" y="1169"/>
                  </a:cubicBezTo>
                  <a:cubicBezTo>
                    <a:pt x="9263" y="352"/>
                    <a:pt x="8208" y="0"/>
                    <a:pt x="7162" y="0"/>
                  </a:cubicBezTo>
                  <a:close/>
                </a:path>
              </a:pathLst>
            </a:custGeom>
            <a:solidFill>
              <a:srgbClr val="F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0"/>
            <p:cNvSpPr/>
            <p:nvPr/>
          </p:nvSpPr>
          <p:spPr>
            <a:xfrm>
              <a:off x="3230125" y="3806550"/>
              <a:ext cx="854375" cy="417950"/>
            </a:xfrm>
            <a:custGeom>
              <a:avLst/>
              <a:gdLst/>
              <a:ahLst/>
              <a:cxnLst/>
              <a:rect l="l" t="t" r="r" b="b"/>
              <a:pathLst>
                <a:path w="34175" h="16718" extrusionOk="0">
                  <a:moveTo>
                    <a:pt x="14322" y="0"/>
                  </a:moveTo>
                  <a:cubicBezTo>
                    <a:pt x="7249" y="0"/>
                    <a:pt x="1" y="1494"/>
                    <a:pt x="1937" y="7168"/>
                  </a:cubicBezTo>
                  <a:cubicBezTo>
                    <a:pt x="2738" y="9516"/>
                    <a:pt x="5431" y="10528"/>
                    <a:pt x="7804" y="11246"/>
                  </a:cubicBezTo>
                  <a:lnTo>
                    <a:pt x="23084" y="15864"/>
                  </a:lnTo>
                  <a:cubicBezTo>
                    <a:pt x="24492" y="16291"/>
                    <a:pt x="25966" y="16718"/>
                    <a:pt x="27416" y="16718"/>
                  </a:cubicBezTo>
                  <a:cubicBezTo>
                    <a:pt x="27959" y="16718"/>
                    <a:pt x="28498" y="16658"/>
                    <a:pt x="29029" y="16516"/>
                  </a:cubicBezTo>
                  <a:cubicBezTo>
                    <a:pt x="32440" y="15604"/>
                    <a:pt x="34174" y="11336"/>
                    <a:pt x="33114" y="7970"/>
                  </a:cubicBezTo>
                  <a:cubicBezTo>
                    <a:pt x="32054" y="4606"/>
                    <a:pt x="28883" y="2243"/>
                    <a:pt x="25509" y="1211"/>
                  </a:cubicBezTo>
                  <a:cubicBezTo>
                    <a:pt x="23765" y="677"/>
                    <a:pt x="19083" y="0"/>
                    <a:pt x="14322" y="0"/>
                  </a:cubicBezTo>
                  <a:close/>
                </a:path>
              </a:pathLst>
            </a:custGeom>
            <a:solidFill>
              <a:srgbClr val="F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0"/>
            <p:cNvSpPr/>
            <p:nvPr/>
          </p:nvSpPr>
          <p:spPr>
            <a:xfrm>
              <a:off x="5137450" y="870200"/>
              <a:ext cx="1025675" cy="624125"/>
            </a:xfrm>
            <a:custGeom>
              <a:avLst/>
              <a:gdLst/>
              <a:ahLst/>
              <a:cxnLst/>
              <a:rect l="l" t="t" r="r" b="b"/>
              <a:pathLst>
                <a:path w="41027" h="24965" extrusionOk="0">
                  <a:moveTo>
                    <a:pt x="25549" y="0"/>
                  </a:moveTo>
                  <a:cubicBezTo>
                    <a:pt x="18911" y="0"/>
                    <a:pt x="13145" y="3402"/>
                    <a:pt x="8571" y="8262"/>
                  </a:cubicBezTo>
                  <a:cubicBezTo>
                    <a:pt x="4815" y="12252"/>
                    <a:pt x="1" y="19959"/>
                    <a:pt x="7114" y="23937"/>
                  </a:cubicBezTo>
                  <a:cubicBezTo>
                    <a:pt x="8457" y="24688"/>
                    <a:pt x="9936" y="24964"/>
                    <a:pt x="11463" y="24964"/>
                  </a:cubicBezTo>
                  <a:cubicBezTo>
                    <a:pt x="13537" y="24964"/>
                    <a:pt x="15699" y="24453"/>
                    <a:pt x="17723" y="23927"/>
                  </a:cubicBezTo>
                  <a:lnTo>
                    <a:pt x="31486" y="20348"/>
                  </a:lnTo>
                  <a:cubicBezTo>
                    <a:pt x="33714" y="19769"/>
                    <a:pt x="36033" y="19142"/>
                    <a:pt x="37758" y="17616"/>
                  </a:cubicBezTo>
                  <a:cubicBezTo>
                    <a:pt x="40848" y="14880"/>
                    <a:pt x="41027" y="9774"/>
                    <a:pt x="38820" y="6286"/>
                  </a:cubicBezTo>
                  <a:cubicBezTo>
                    <a:pt x="36613" y="2799"/>
                    <a:pt x="32548" y="821"/>
                    <a:pt x="28466" y="217"/>
                  </a:cubicBezTo>
                  <a:cubicBezTo>
                    <a:pt x="27476" y="71"/>
                    <a:pt x="26504" y="0"/>
                    <a:pt x="25549" y="0"/>
                  </a:cubicBezTo>
                  <a:close/>
                </a:path>
              </a:pathLst>
            </a:custGeom>
            <a:solidFill>
              <a:srgbClr val="FF5F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" name="Google Shape;155;p30"/>
          <p:cNvSpPr txBox="1">
            <a:spLocks noGrp="1"/>
          </p:cNvSpPr>
          <p:nvPr>
            <p:ph type="ctrTitle"/>
          </p:nvPr>
        </p:nvSpPr>
        <p:spPr>
          <a:xfrm>
            <a:off x="479023" y="1833367"/>
            <a:ext cx="3838594" cy="5804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>
                <a:solidFill>
                  <a:srgbClr val="E23744"/>
                </a:solidFill>
                <a:latin typeface="+mj-lt"/>
                <a:cs typeface="Times New Roman" panose="02020603050405020304" pitchFamily="18" charset="0"/>
              </a:rPr>
              <a:t>Analytics</a:t>
            </a:r>
            <a:endParaRPr i="1" dirty="0">
              <a:solidFill>
                <a:srgbClr val="E23744"/>
              </a:solidFill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157" name="Google Shape;157;p30"/>
          <p:cNvCxnSpPr>
            <a:cxnSpLocks/>
          </p:cNvCxnSpPr>
          <p:nvPr/>
        </p:nvCxnSpPr>
        <p:spPr>
          <a:xfrm>
            <a:off x="479023" y="2544636"/>
            <a:ext cx="524400" cy="0"/>
          </a:xfrm>
          <a:prstGeom prst="straightConnector1">
            <a:avLst/>
          </a:prstGeom>
          <a:noFill/>
          <a:ln w="3810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8" name="Google Shape;158;p30"/>
          <p:cNvGrpSpPr/>
          <p:nvPr/>
        </p:nvGrpSpPr>
        <p:grpSpPr>
          <a:xfrm>
            <a:off x="4947632" y="512359"/>
            <a:ext cx="4529779" cy="5082857"/>
            <a:chOff x="1713850" y="264375"/>
            <a:chExt cx="4954550" cy="5212200"/>
          </a:xfrm>
        </p:grpSpPr>
        <p:sp>
          <p:nvSpPr>
            <p:cNvPr id="159" name="Google Shape;159;p30"/>
            <p:cNvSpPr/>
            <p:nvPr/>
          </p:nvSpPr>
          <p:spPr>
            <a:xfrm>
              <a:off x="2555400" y="2170725"/>
              <a:ext cx="694500" cy="332500"/>
            </a:xfrm>
            <a:custGeom>
              <a:avLst/>
              <a:gdLst/>
              <a:ahLst/>
              <a:cxnLst/>
              <a:rect l="l" t="t" r="r" b="b"/>
              <a:pathLst>
                <a:path w="27780" h="13300" extrusionOk="0">
                  <a:moveTo>
                    <a:pt x="21074" y="0"/>
                  </a:moveTo>
                  <a:lnTo>
                    <a:pt x="1" y="1924"/>
                  </a:lnTo>
                  <a:cubicBezTo>
                    <a:pt x="3646" y="8936"/>
                    <a:pt x="10884" y="13299"/>
                    <a:pt x="18732" y="13299"/>
                  </a:cubicBezTo>
                  <a:cubicBezTo>
                    <a:pt x="19059" y="13299"/>
                    <a:pt x="19387" y="13292"/>
                    <a:pt x="19716" y="13277"/>
                  </a:cubicBezTo>
                  <a:lnTo>
                    <a:pt x="27780" y="12901"/>
                  </a:lnTo>
                  <a:lnTo>
                    <a:pt x="21074" y="0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0"/>
            <p:cNvSpPr/>
            <p:nvPr/>
          </p:nvSpPr>
          <p:spPr>
            <a:xfrm>
              <a:off x="2712825" y="2473500"/>
              <a:ext cx="694475" cy="332500"/>
            </a:xfrm>
            <a:custGeom>
              <a:avLst/>
              <a:gdLst/>
              <a:ahLst/>
              <a:cxnLst/>
              <a:rect l="l" t="t" r="r" b="b"/>
              <a:pathLst>
                <a:path w="27779" h="13300" extrusionOk="0">
                  <a:moveTo>
                    <a:pt x="21072" y="1"/>
                  </a:moveTo>
                  <a:lnTo>
                    <a:pt x="0" y="1924"/>
                  </a:lnTo>
                  <a:cubicBezTo>
                    <a:pt x="3644" y="8936"/>
                    <a:pt x="10882" y="13300"/>
                    <a:pt x="18731" y="13300"/>
                  </a:cubicBezTo>
                  <a:cubicBezTo>
                    <a:pt x="19058" y="13300"/>
                    <a:pt x="19386" y="13292"/>
                    <a:pt x="19714" y="13277"/>
                  </a:cubicBezTo>
                  <a:lnTo>
                    <a:pt x="27778" y="12903"/>
                  </a:lnTo>
                  <a:lnTo>
                    <a:pt x="21072" y="1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0"/>
            <p:cNvSpPr/>
            <p:nvPr/>
          </p:nvSpPr>
          <p:spPr>
            <a:xfrm>
              <a:off x="3029050" y="3016525"/>
              <a:ext cx="596800" cy="352825"/>
            </a:xfrm>
            <a:custGeom>
              <a:avLst/>
              <a:gdLst/>
              <a:ahLst/>
              <a:cxnLst/>
              <a:rect l="l" t="t" r="r" b="b"/>
              <a:pathLst>
                <a:path w="23872" h="14113" extrusionOk="0">
                  <a:moveTo>
                    <a:pt x="19714" y="1"/>
                  </a:moveTo>
                  <a:lnTo>
                    <a:pt x="0" y="10249"/>
                  </a:lnTo>
                  <a:cubicBezTo>
                    <a:pt x="2423" y="12780"/>
                    <a:pt x="5714" y="14113"/>
                    <a:pt x="9052" y="14113"/>
                  </a:cubicBezTo>
                  <a:cubicBezTo>
                    <a:pt x="11016" y="14113"/>
                    <a:pt x="12997" y="13651"/>
                    <a:pt x="14826" y="12700"/>
                  </a:cubicBezTo>
                  <a:lnTo>
                    <a:pt x="23872" y="7999"/>
                  </a:lnTo>
                  <a:lnTo>
                    <a:pt x="19714" y="1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0"/>
            <p:cNvSpPr/>
            <p:nvPr/>
          </p:nvSpPr>
          <p:spPr>
            <a:xfrm>
              <a:off x="3560800" y="2996475"/>
              <a:ext cx="1775175" cy="1111100"/>
            </a:xfrm>
            <a:custGeom>
              <a:avLst/>
              <a:gdLst/>
              <a:ahLst/>
              <a:cxnLst/>
              <a:rect l="l" t="t" r="r" b="b"/>
              <a:pathLst>
                <a:path w="71007" h="44444" extrusionOk="0">
                  <a:moveTo>
                    <a:pt x="65944" y="0"/>
                  </a:moveTo>
                  <a:lnTo>
                    <a:pt x="1" y="34278"/>
                  </a:lnTo>
                  <a:lnTo>
                    <a:pt x="2857" y="39771"/>
                  </a:lnTo>
                  <a:cubicBezTo>
                    <a:pt x="4401" y="42741"/>
                    <a:pt x="7424" y="44443"/>
                    <a:pt x="10556" y="44443"/>
                  </a:cubicBezTo>
                  <a:cubicBezTo>
                    <a:pt x="11903" y="44443"/>
                    <a:pt x="13269" y="44129"/>
                    <a:pt x="14547" y="43465"/>
                  </a:cubicBezTo>
                  <a:lnTo>
                    <a:pt x="65105" y="17184"/>
                  </a:lnTo>
                  <a:cubicBezTo>
                    <a:pt x="69354" y="14976"/>
                    <a:pt x="71007" y="9743"/>
                    <a:pt x="68799" y="5494"/>
                  </a:cubicBezTo>
                  <a:lnTo>
                    <a:pt x="6594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0"/>
            <p:cNvSpPr/>
            <p:nvPr/>
          </p:nvSpPr>
          <p:spPr>
            <a:xfrm>
              <a:off x="2287850" y="547325"/>
              <a:ext cx="2921650" cy="3305875"/>
            </a:xfrm>
            <a:custGeom>
              <a:avLst/>
              <a:gdLst/>
              <a:ahLst/>
              <a:cxnLst/>
              <a:rect l="l" t="t" r="r" b="b"/>
              <a:pathLst>
                <a:path w="116866" h="132235" extrusionOk="0">
                  <a:moveTo>
                    <a:pt x="65940" y="0"/>
                  </a:moveTo>
                  <a:lnTo>
                    <a:pt x="0" y="34282"/>
                  </a:lnTo>
                  <a:lnTo>
                    <a:pt x="50925" y="132234"/>
                  </a:lnTo>
                  <a:lnTo>
                    <a:pt x="116865" y="97951"/>
                  </a:lnTo>
                  <a:lnTo>
                    <a:pt x="659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0"/>
            <p:cNvSpPr/>
            <p:nvPr/>
          </p:nvSpPr>
          <p:spPr>
            <a:xfrm>
              <a:off x="2387300" y="647025"/>
              <a:ext cx="2722650" cy="3107000"/>
            </a:xfrm>
            <a:custGeom>
              <a:avLst/>
              <a:gdLst/>
              <a:ahLst/>
              <a:cxnLst/>
              <a:rect l="l" t="t" r="r" b="b"/>
              <a:pathLst>
                <a:path w="108906" h="124280" extrusionOk="0">
                  <a:moveTo>
                    <a:pt x="60710" y="1"/>
                  </a:moveTo>
                  <a:lnTo>
                    <a:pt x="0" y="31558"/>
                  </a:lnTo>
                  <a:lnTo>
                    <a:pt x="48197" y="124279"/>
                  </a:lnTo>
                  <a:lnTo>
                    <a:pt x="108906" y="92722"/>
                  </a:lnTo>
                  <a:lnTo>
                    <a:pt x="6071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0"/>
            <p:cNvSpPr/>
            <p:nvPr/>
          </p:nvSpPr>
          <p:spPr>
            <a:xfrm>
              <a:off x="2187350" y="343625"/>
              <a:ext cx="1749125" cy="1060950"/>
            </a:xfrm>
            <a:custGeom>
              <a:avLst/>
              <a:gdLst/>
              <a:ahLst/>
              <a:cxnLst/>
              <a:rect l="l" t="t" r="r" b="b"/>
              <a:pathLst>
                <a:path w="69965" h="42438" extrusionOk="0">
                  <a:moveTo>
                    <a:pt x="60453" y="0"/>
                  </a:moveTo>
                  <a:cubicBezTo>
                    <a:pt x="59106" y="0"/>
                    <a:pt x="57739" y="315"/>
                    <a:pt x="56461" y="979"/>
                  </a:cubicBezTo>
                  <a:lnTo>
                    <a:pt x="5902" y="27260"/>
                  </a:lnTo>
                  <a:cubicBezTo>
                    <a:pt x="1654" y="29468"/>
                    <a:pt x="0" y="34702"/>
                    <a:pt x="2209" y="38950"/>
                  </a:cubicBezTo>
                  <a:lnTo>
                    <a:pt x="4022" y="42438"/>
                  </a:lnTo>
                  <a:lnTo>
                    <a:pt x="69964" y="8160"/>
                  </a:lnTo>
                  <a:lnTo>
                    <a:pt x="68151" y="4673"/>
                  </a:lnTo>
                  <a:cubicBezTo>
                    <a:pt x="66607" y="1702"/>
                    <a:pt x="63584" y="0"/>
                    <a:pt x="6045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0"/>
            <p:cNvSpPr/>
            <p:nvPr/>
          </p:nvSpPr>
          <p:spPr>
            <a:xfrm>
              <a:off x="2891850" y="714450"/>
              <a:ext cx="425150" cy="246050"/>
            </a:xfrm>
            <a:custGeom>
              <a:avLst/>
              <a:gdLst/>
              <a:ahLst/>
              <a:cxnLst/>
              <a:rect l="l" t="t" r="r" b="b"/>
              <a:pathLst>
                <a:path w="17006" h="9842" extrusionOk="0">
                  <a:moveTo>
                    <a:pt x="15603" y="0"/>
                  </a:moveTo>
                  <a:cubicBezTo>
                    <a:pt x="15416" y="0"/>
                    <a:pt x="15226" y="43"/>
                    <a:pt x="15048" y="134"/>
                  </a:cubicBezTo>
                  <a:lnTo>
                    <a:pt x="830" y="7525"/>
                  </a:lnTo>
                  <a:cubicBezTo>
                    <a:pt x="232" y="7840"/>
                    <a:pt x="1" y="8579"/>
                    <a:pt x="313" y="9178"/>
                  </a:cubicBezTo>
                  <a:cubicBezTo>
                    <a:pt x="531" y="9599"/>
                    <a:pt x="960" y="9841"/>
                    <a:pt x="1404" y="9841"/>
                  </a:cubicBezTo>
                  <a:cubicBezTo>
                    <a:pt x="1593" y="9841"/>
                    <a:pt x="1784" y="9798"/>
                    <a:pt x="1963" y="9706"/>
                  </a:cubicBezTo>
                  <a:lnTo>
                    <a:pt x="1963" y="9705"/>
                  </a:lnTo>
                  <a:lnTo>
                    <a:pt x="16182" y="2315"/>
                  </a:lnTo>
                  <a:cubicBezTo>
                    <a:pt x="16777" y="1998"/>
                    <a:pt x="17006" y="1261"/>
                    <a:pt x="16695" y="662"/>
                  </a:cubicBezTo>
                  <a:cubicBezTo>
                    <a:pt x="16476" y="242"/>
                    <a:pt x="16048" y="0"/>
                    <a:pt x="156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0"/>
            <p:cNvSpPr/>
            <p:nvPr/>
          </p:nvSpPr>
          <p:spPr>
            <a:xfrm>
              <a:off x="2792350" y="951775"/>
              <a:ext cx="64725" cy="61475"/>
            </a:xfrm>
            <a:custGeom>
              <a:avLst/>
              <a:gdLst/>
              <a:ahLst/>
              <a:cxnLst/>
              <a:rect l="l" t="t" r="r" b="b"/>
              <a:pathLst>
                <a:path w="2589" h="2459" extrusionOk="0">
                  <a:moveTo>
                    <a:pt x="1322" y="0"/>
                  </a:moveTo>
                  <a:cubicBezTo>
                    <a:pt x="965" y="0"/>
                    <a:pt x="618" y="156"/>
                    <a:pt x="380" y="439"/>
                  </a:cubicBezTo>
                  <a:cubicBezTo>
                    <a:pt x="60" y="820"/>
                    <a:pt x="1" y="1355"/>
                    <a:pt x="231" y="1797"/>
                  </a:cubicBezTo>
                  <a:cubicBezTo>
                    <a:pt x="449" y="2217"/>
                    <a:pt x="878" y="2459"/>
                    <a:pt x="1321" y="2459"/>
                  </a:cubicBezTo>
                  <a:cubicBezTo>
                    <a:pt x="1512" y="2459"/>
                    <a:pt x="1706" y="2414"/>
                    <a:pt x="1887" y="2320"/>
                  </a:cubicBezTo>
                  <a:cubicBezTo>
                    <a:pt x="2328" y="2091"/>
                    <a:pt x="2588" y="1619"/>
                    <a:pt x="2545" y="1123"/>
                  </a:cubicBezTo>
                  <a:cubicBezTo>
                    <a:pt x="2502" y="628"/>
                    <a:pt x="2166" y="208"/>
                    <a:pt x="1691" y="57"/>
                  </a:cubicBezTo>
                  <a:cubicBezTo>
                    <a:pt x="1569" y="19"/>
                    <a:pt x="1445" y="0"/>
                    <a:pt x="13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0"/>
            <p:cNvSpPr/>
            <p:nvPr/>
          </p:nvSpPr>
          <p:spPr>
            <a:xfrm>
              <a:off x="4233575" y="3422800"/>
              <a:ext cx="466300" cy="318325"/>
            </a:xfrm>
            <a:custGeom>
              <a:avLst/>
              <a:gdLst/>
              <a:ahLst/>
              <a:cxnLst/>
              <a:rect l="l" t="t" r="r" b="b"/>
              <a:pathLst>
                <a:path w="18652" h="12733" extrusionOk="0">
                  <a:moveTo>
                    <a:pt x="14382" y="0"/>
                  </a:moveTo>
                  <a:cubicBezTo>
                    <a:pt x="13802" y="0"/>
                    <a:pt x="13212" y="136"/>
                    <a:pt x="12662" y="422"/>
                  </a:cubicBezTo>
                  <a:lnTo>
                    <a:pt x="2544" y="5682"/>
                  </a:lnTo>
                  <a:cubicBezTo>
                    <a:pt x="713" y="6633"/>
                    <a:pt x="1" y="8889"/>
                    <a:pt x="951" y="10720"/>
                  </a:cubicBezTo>
                  <a:cubicBezTo>
                    <a:pt x="1617" y="11999"/>
                    <a:pt x="2920" y="12733"/>
                    <a:pt x="4270" y="12733"/>
                  </a:cubicBezTo>
                  <a:cubicBezTo>
                    <a:pt x="4850" y="12733"/>
                    <a:pt x="5439" y="12597"/>
                    <a:pt x="5989" y="12311"/>
                  </a:cubicBezTo>
                  <a:lnTo>
                    <a:pt x="16107" y="7051"/>
                  </a:lnTo>
                  <a:cubicBezTo>
                    <a:pt x="17938" y="6100"/>
                    <a:pt x="18651" y="3843"/>
                    <a:pt x="17699" y="2014"/>
                  </a:cubicBezTo>
                  <a:cubicBezTo>
                    <a:pt x="17034" y="733"/>
                    <a:pt x="15731" y="0"/>
                    <a:pt x="143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0"/>
            <p:cNvSpPr/>
            <p:nvPr/>
          </p:nvSpPr>
          <p:spPr>
            <a:xfrm>
              <a:off x="4267250" y="3452325"/>
              <a:ext cx="398925" cy="259300"/>
            </a:xfrm>
            <a:custGeom>
              <a:avLst/>
              <a:gdLst/>
              <a:ahLst/>
              <a:cxnLst/>
              <a:rect l="l" t="t" r="r" b="b"/>
              <a:pathLst>
                <a:path w="15957" h="10372" extrusionOk="0">
                  <a:moveTo>
                    <a:pt x="13034" y="0"/>
                  </a:moveTo>
                  <a:cubicBezTo>
                    <a:pt x="12637" y="0"/>
                    <a:pt x="12235" y="93"/>
                    <a:pt x="11859" y="288"/>
                  </a:cubicBezTo>
                  <a:lnTo>
                    <a:pt x="1740" y="5548"/>
                  </a:lnTo>
                  <a:cubicBezTo>
                    <a:pt x="489" y="6197"/>
                    <a:pt x="0" y="7744"/>
                    <a:pt x="651" y="8994"/>
                  </a:cubicBezTo>
                  <a:cubicBezTo>
                    <a:pt x="1106" y="9869"/>
                    <a:pt x="1999" y="10371"/>
                    <a:pt x="2923" y="10371"/>
                  </a:cubicBezTo>
                  <a:cubicBezTo>
                    <a:pt x="3320" y="10371"/>
                    <a:pt x="3722" y="10279"/>
                    <a:pt x="4097" y="10083"/>
                  </a:cubicBezTo>
                  <a:lnTo>
                    <a:pt x="14217" y="4824"/>
                  </a:lnTo>
                  <a:cubicBezTo>
                    <a:pt x="15467" y="4173"/>
                    <a:pt x="15956" y="2628"/>
                    <a:pt x="15306" y="1377"/>
                  </a:cubicBezTo>
                  <a:cubicBezTo>
                    <a:pt x="14850" y="502"/>
                    <a:pt x="13957" y="0"/>
                    <a:pt x="13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0"/>
            <p:cNvSpPr/>
            <p:nvPr/>
          </p:nvSpPr>
          <p:spPr>
            <a:xfrm>
              <a:off x="2987500" y="1043625"/>
              <a:ext cx="703525" cy="454950"/>
            </a:xfrm>
            <a:custGeom>
              <a:avLst/>
              <a:gdLst/>
              <a:ahLst/>
              <a:cxnLst/>
              <a:rect l="l" t="t" r="r" b="b"/>
              <a:pathLst>
                <a:path w="28141" h="18198" extrusionOk="0">
                  <a:moveTo>
                    <a:pt x="24100" y="0"/>
                  </a:moveTo>
                  <a:cubicBezTo>
                    <a:pt x="23688" y="0"/>
                    <a:pt x="23269" y="97"/>
                    <a:pt x="22877" y="300"/>
                  </a:cubicBezTo>
                  <a:lnTo>
                    <a:pt x="1809" y="11251"/>
                  </a:lnTo>
                  <a:cubicBezTo>
                    <a:pt x="508" y="11928"/>
                    <a:pt x="1" y="13532"/>
                    <a:pt x="678" y="14834"/>
                  </a:cubicBezTo>
                  <a:lnTo>
                    <a:pt x="1683" y="16766"/>
                  </a:lnTo>
                  <a:cubicBezTo>
                    <a:pt x="2155" y="17676"/>
                    <a:pt x="3081" y="18197"/>
                    <a:pt x="4041" y="18197"/>
                  </a:cubicBezTo>
                  <a:cubicBezTo>
                    <a:pt x="4454" y="18197"/>
                    <a:pt x="4872" y="18101"/>
                    <a:pt x="5264" y="17897"/>
                  </a:cubicBezTo>
                  <a:lnTo>
                    <a:pt x="26332" y="6947"/>
                  </a:lnTo>
                  <a:cubicBezTo>
                    <a:pt x="27633" y="6270"/>
                    <a:pt x="28141" y="4667"/>
                    <a:pt x="27463" y="3364"/>
                  </a:cubicBezTo>
                  <a:lnTo>
                    <a:pt x="26460" y="1432"/>
                  </a:lnTo>
                  <a:cubicBezTo>
                    <a:pt x="25987" y="521"/>
                    <a:pt x="25060" y="0"/>
                    <a:pt x="24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0"/>
            <p:cNvSpPr/>
            <p:nvPr/>
          </p:nvSpPr>
          <p:spPr>
            <a:xfrm>
              <a:off x="3098975" y="1119800"/>
              <a:ext cx="931950" cy="511425"/>
            </a:xfrm>
            <a:custGeom>
              <a:avLst/>
              <a:gdLst/>
              <a:ahLst/>
              <a:cxnLst/>
              <a:rect l="l" t="t" r="r" b="b"/>
              <a:pathLst>
                <a:path w="37278" h="20457" extrusionOk="0">
                  <a:moveTo>
                    <a:pt x="35759" y="1"/>
                  </a:moveTo>
                  <a:cubicBezTo>
                    <a:pt x="35553" y="1"/>
                    <a:pt x="35343" y="49"/>
                    <a:pt x="35147" y="151"/>
                  </a:cubicBezTo>
                  <a:lnTo>
                    <a:pt x="916" y="17944"/>
                  </a:lnTo>
                  <a:cubicBezTo>
                    <a:pt x="259" y="18279"/>
                    <a:pt x="0" y="19086"/>
                    <a:pt x="341" y="19740"/>
                  </a:cubicBezTo>
                  <a:cubicBezTo>
                    <a:pt x="578" y="20196"/>
                    <a:pt x="1041" y="20456"/>
                    <a:pt x="1520" y="20456"/>
                  </a:cubicBezTo>
                  <a:cubicBezTo>
                    <a:pt x="1730" y="20456"/>
                    <a:pt x="1943" y="20407"/>
                    <a:pt x="2141" y="20301"/>
                  </a:cubicBezTo>
                  <a:lnTo>
                    <a:pt x="36373" y="2509"/>
                  </a:lnTo>
                  <a:cubicBezTo>
                    <a:pt x="37023" y="2170"/>
                    <a:pt x="37277" y="1368"/>
                    <a:pt x="36939" y="717"/>
                  </a:cubicBezTo>
                  <a:cubicBezTo>
                    <a:pt x="36702" y="262"/>
                    <a:pt x="36239" y="1"/>
                    <a:pt x="357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30"/>
            <p:cNvSpPr/>
            <p:nvPr/>
          </p:nvSpPr>
          <p:spPr>
            <a:xfrm>
              <a:off x="2620925" y="1463425"/>
              <a:ext cx="369575" cy="323675"/>
            </a:xfrm>
            <a:custGeom>
              <a:avLst/>
              <a:gdLst/>
              <a:ahLst/>
              <a:cxnLst/>
              <a:rect l="l" t="t" r="r" b="b"/>
              <a:pathLst>
                <a:path w="14783" h="12947" extrusionOk="0">
                  <a:moveTo>
                    <a:pt x="7387" y="1"/>
                  </a:moveTo>
                  <a:cubicBezTo>
                    <a:pt x="6381" y="1"/>
                    <a:pt x="5360" y="236"/>
                    <a:pt x="4406" y="732"/>
                  </a:cubicBezTo>
                  <a:cubicBezTo>
                    <a:pt x="1236" y="2380"/>
                    <a:pt x="1" y="6287"/>
                    <a:pt x="1649" y="9458"/>
                  </a:cubicBezTo>
                  <a:cubicBezTo>
                    <a:pt x="2802" y="11676"/>
                    <a:pt x="5059" y="12946"/>
                    <a:pt x="7397" y="12946"/>
                  </a:cubicBezTo>
                  <a:cubicBezTo>
                    <a:pt x="8403" y="12946"/>
                    <a:pt x="9423" y="12711"/>
                    <a:pt x="10377" y="12216"/>
                  </a:cubicBezTo>
                  <a:cubicBezTo>
                    <a:pt x="13547" y="10567"/>
                    <a:pt x="14782" y="6660"/>
                    <a:pt x="13133" y="3488"/>
                  </a:cubicBezTo>
                  <a:cubicBezTo>
                    <a:pt x="11981" y="1271"/>
                    <a:pt x="9724" y="1"/>
                    <a:pt x="73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0"/>
            <p:cNvSpPr/>
            <p:nvPr/>
          </p:nvSpPr>
          <p:spPr>
            <a:xfrm>
              <a:off x="2817025" y="1674850"/>
              <a:ext cx="942525" cy="941950"/>
            </a:xfrm>
            <a:custGeom>
              <a:avLst/>
              <a:gdLst/>
              <a:ahLst/>
              <a:cxnLst/>
              <a:rect l="l" t="t" r="r" b="b"/>
              <a:pathLst>
                <a:path w="37701" h="37678" extrusionOk="0">
                  <a:moveTo>
                    <a:pt x="24777" y="0"/>
                  </a:moveTo>
                  <a:cubicBezTo>
                    <a:pt x="24765" y="0"/>
                    <a:pt x="24754" y="3"/>
                    <a:pt x="24743" y="9"/>
                  </a:cubicBezTo>
                  <a:lnTo>
                    <a:pt x="52" y="12846"/>
                  </a:lnTo>
                  <a:cubicBezTo>
                    <a:pt x="15" y="12865"/>
                    <a:pt x="0" y="12909"/>
                    <a:pt x="20" y="12947"/>
                  </a:cubicBezTo>
                  <a:lnTo>
                    <a:pt x="12856" y="37637"/>
                  </a:lnTo>
                  <a:cubicBezTo>
                    <a:pt x="12870" y="37663"/>
                    <a:pt x="12896" y="37677"/>
                    <a:pt x="12923" y="37677"/>
                  </a:cubicBezTo>
                  <a:cubicBezTo>
                    <a:pt x="12935" y="37677"/>
                    <a:pt x="12947" y="37675"/>
                    <a:pt x="12958" y="37669"/>
                  </a:cubicBezTo>
                  <a:lnTo>
                    <a:pt x="37648" y="24833"/>
                  </a:lnTo>
                  <a:cubicBezTo>
                    <a:pt x="37686" y="24814"/>
                    <a:pt x="37700" y="24768"/>
                    <a:pt x="37681" y="24731"/>
                  </a:cubicBezTo>
                  <a:lnTo>
                    <a:pt x="24844" y="41"/>
                  </a:lnTo>
                  <a:cubicBezTo>
                    <a:pt x="24831" y="15"/>
                    <a:pt x="24804" y="0"/>
                    <a:pt x="247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0"/>
            <p:cNvSpPr/>
            <p:nvPr/>
          </p:nvSpPr>
          <p:spPr>
            <a:xfrm>
              <a:off x="3497325" y="1321150"/>
              <a:ext cx="942525" cy="941975"/>
            </a:xfrm>
            <a:custGeom>
              <a:avLst/>
              <a:gdLst/>
              <a:ahLst/>
              <a:cxnLst/>
              <a:rect l="l" t="t" r="r" b="b"/>
              <a:pathLst>
                <a:path w="37701" h="37679" extrusionOk="0">
                  <a:moveTo>
                    <a:pt x="24777" y="1"/>
                  </a:moveTo>
                  <a:cubicBezTo>
                    <a:pt x="24765" y="1"/>
                    <a:pt x="24754" y="4"/>
                    <a:pt x="24743" y="9"/>
                  </a:cubicBezTo>
                  <a:lnTo>
                    <a:pt x="52" y="12846"/>
                  </a:lnTo>
                  <a:cubicBezTo>
                    <a:pt x="15" y="12865"/>
                    <a:pt x="0" y="12911"/>
                    <a:pt x="20" y="12949"/>
                  </a:cubicBezTo>
                  <a:lnTo>
                    <a:pt x="12856" y="37638"/>
                  </a:lnTo>
                  <a:cubicBezTo>
                    <a:pt x="12870" y="37664"/>
                    <a:pt x="12896" y="37679"/>
                    <a:pt x="12923" y="37679"/>
                  </a:cubicBezTo>
                  <a:cubicBezTo>
                    <a:pt x="12935" y="37679"/>
                    <a:pt x="12947" y="37676"/>
                    <a:pt x="12958" y="37670"/>
                  </a:cubicBezTo>
                  <a:lnTo>
                    <a:pt x="37648" y="24834"/>
                  </a:lnTo>
                  <a:cubicBezTo>
                    <a:pt x="37686" y="24814"/>
                    <a:pt x="37700" y="24770"/>
                    <a:pt x="37681" y="24732"/>
                  </a:cubicBezTo>
                  <a:lnTo>
                    <a:pt x="24844" y="42"/>
                  </a:lnTo>
                  <a:cubicBezTo>
                    <a:pt x="24831" y="16"/>
                    <a:pt x="24804" y="1"/>
                    <a:pt x="247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0"/>
            <p:cNvSpPr/>
            <p:nvPr/>
          </p:nvSpPr>
          <p:spPr>
            <a:xfrm>
              <a:off x="3188400" y="2361350"/>
              <a:ext cx="942475" cy="941975"/>
            </a:xfrm>
            <a:custGeom>
              <a:avLst/>
              <a:gdLst/>
              <a:ahLst/>
              <a:cxnLst/>
              <a:rect l="l" t="t" r="r" b="b"/>
              <a:pathLst>
                <a:path w="37699" h="37679" extrusionOk="0">
                  <a:moveTo>
                    <a:pt x="24776" y="0"/>
                  </a:moveTo>
                  <a:cubicBezTo>
                    <a:pt x="24764" y="0"/>
                    <a:pt x="24752" y="3"/>
                    <a:pt x="24741" y="9"/>
                  </a:cubicBezTo>
                  <a:lnTo>
                    <a:pt x="51" y="12846"/>
                  </a:lnTo>
                  <a:cubicBezTo>
                    <a:pt x="14" y="12865"/>
                    <a:pt x="0" y="12911"/>
                    <a:pt x="19" y="12947"/>
                  </a:cubicBezTo>
                  <a:lnTo>
                    <a:pt x="12856" y="37638"/>
                  </a:lnTo>
                  <a:cubicBezTo>
                    <a:pt x="12870" y="37664"/>
                    <a:pt x="12895" y="37679"/>
                    <a:pt x="12923" y="37679"/>
                  </a:cubicBezTo>
                  <a:cubicBezTo>
                    <a:pt x="12934" y="37679"/>
                    <a:pt x="12946" y="37676"/>
                    <a:pt x="12957" y="37670"/>
                  </a:cubicBezTo>
                  <a:lnTo>
                    <a:pt x="37648" y="24833"/>
                  </a:lnTo>
                  <a:cubicBezTo>
                    <a:pt x="37684" y="24814"/>
                    <a:pt x="37699" y="24768"/>
                    <a:pt x="37679" y="24732"/>
                  </a:cubicBezTo>
                  <a:lnTo>
                    <a:pt x="24842" y="41"/>
                  </a:lnTo>
                  <a:cubicBezTo>
                    <a:pt x="24829" y="15"/>
                    <a:pt x="24803" y="0"/>
                    <a:pt x="247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0"/>
            <p:cNvSpPr/>
            <p:nvPr/>
          </p:nvSpPr>
          <p:spPr>
            <a:xfrm>
              <a:off x="3868675" y="2007675"/>
              <a:ext cx="942500" cy="941975"/>
            </a:xfrm>
            <a:custGeom>
              <a:avLst/>
              <a:gdLst/>
              <a:ahLst/>
              <a:cxnLst/>
              <a:rect l="l" t="t" r="r" b="b"/>
              <a:pathLst>
                <a:path w="37700" h="37679" extrusionOk="0">
                  <a:moveTo>
                    <a:pt x="24778" y="1"/>
                  </a:moveTo>
                  <a:cubicBezTo>
                    <a:pt x="24766" y="1"/>
                    <a:pt x="24754" y="4"/>
                    <a:pt x="24742" y="10"/>
                  </a:cubicBezTo>
                  <a:lnTo>
                    <a:pt x="52" y="12845"/>
                  </a:lnTo>
                  <a:cubicBezTo>
                    <a:pt x="15" y="12865"/>
                    <a:pt x="1" y="12910"/>
                    <a:pt x="20" y="12948"/>
                  </a:cubicBezTo>
                  <a:lnTo>
                    <a:pt x="12857" y="37637"/>
                  </a:lnTo>
                  <a:cubicBezTo>
                    <a:pt x="12871" y="37663"/>
                    <a:pt x="12896" y="37678"/>
                    <a:pt x="12924" y="37678"/>
                  </a:cubicBezTo>
                  <a:cubicBezTo>
                    <a:pt x="12935" y="37678"/>
                    <a:pt x="12947" y="37675"/>
                    <a:pt x="12958" y="37670"/>
                  </a:cubicBezTo>
                  <a:lnTo>
                    <a:pt x="37649" y="24833"/>
                  </a:lnTo>
                  <a:cubicBezTo>
                    <a:pt x="37685" y="24814"/>
                    <a:pt x="37699" y="24769"/>
                    <a:pt x="37680" y="24732"/>
                  </a:cubicBezTo>
                  <a:lnTo>
                    <a:pt x="24843" y="41"/>
                  </a:lnTo>
                  <a:cubicBezTo>
                    <a:pt x="24830" y="15"/>
                    <a:pt x="24805" y="1"/>
                    <a:pt x="247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0"/>
            <p:cNvSpPr/>
            <p:nvPr/>
          </p:nvSpPr>
          <p:spPr>
            <a:xfrm>
              <a:off x="4203375" y="2307875"/>
              <a:ext cx="449575" cy="374100"/>
            </a:xfrm>
            <a:custGeom>
              <a:avLst/>
              <a:gdLst/>
              <a:ahLst/>
              <a:cxnLst/>
              <a:rect l="l" t="t" r="r" b="b"/>
              <a:pathLst>
                <a:path w="17983" h="14964" extrusionOk="0">
                  <a:moveTo>
                    <a:pt x="9611" y="0"/>
                  </a:moveTo>
                  <a:cubicBezTo>
                    <a:pt x="8286" y="0"/>
                    <a:pt x="6971" y="318"/>
                    <a:pt x="5761" y="946"/>
                  </a:cubicBezTo>
                  <a:lnTo>
                    <a:pt x="5554" y="1054"/>
                  </a:lnTo>
                  <a:cubicBezTo>
                    <a:pt x="1563" y="3124"/>
                    <a:pt x="0" y="8053"/>
                    <a:pt x="2070" y="12043"/>
                  </a:cubicBezTo>
                  <a:lnTo>
                    <a:pt x="3583" y="14963"/>
                  </a:lnTo>
                  <a:lnTo>
                    <a:pt x="15890" y="8929"/>
                  </a:lnTo>
                  <a:lnTo>
                    <a:pt x="15902" y="8923"/>
                  </a:lnTo>
                  <a:cubicBezTo>
                    <a:pt x="17397" y="8147"/>
                    <a:pt x="17982" y="6299"/>
                    <a:pt x="17208" y="4804"/>
                  </a:cubicBezTo>
                  <a:lnTo>
                    <a:pt x="17065" y="4531"/>
                  </a:lnTo>
                  <a:cubicBezTo>
                    <a:pt x="16034" y="2542"/>
                    <a:pt x="14290" y="1073"/>
                    <a:pt x="12155" y="396"/>
                  </a:cubicBezTo>
                  <a:cubicBezTo>
                    <a:pt x="11320" y="131"/>
                    <a:pt x="10463" y="0"/>
                    <a:pt x="961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30"/>
            <p:cNvSpPr/>
            <p:nvPr/>
          </p:nvSpPr>
          <p:spPr>
            <a:xfrm>
              <a:off x="4159575" y="2310500"/>
              <a:ext cx="424350" cy="376200"/>
            </a:xfrm>
            <a:custGeom>
              <a:avLst/>
              <a:gdLst/>
              <a:ahLst/>
              <a:cxnLst/>
              <a:rect l="l" t="t" r="r" b="b"/>
              <a:pathLst>
                <a:path w="16974" h="15048" extrusionOk="0">
                  <a:moveTo>
                    <a:pt x="10297" y="1"/>
                  </a:moveTo>
                  <a:cubicBezTo>
                    <a:pt x="9799" y="1"/>
                    <a:pt x="9302" y="74"/>
                    <a:pt x="8815" y="146"/>
                  </a:cubicBezTo>
                  <a:cubicBezTo>
                    <a:pt x="8541" y="185"/>
                    <a:pt x="8280" y="224"/>
                    <a:pt x="8024" y="248"/>
                  </a:cubicBezTo>
                  <a:cubicBezTo>
                    <a:pt x="7778" y="272"/>
                    <a:pt x="7521" y="283"/>
                    <a:pt x="7252" y="295"/>
                  </a:cubicBezTo>
                  <a:cubicBezTo>
                    <a:pt x="6441" y="329"/>
                    <a:pt x="5523" y="367"/>
                    <a:pt x="4687" y="801"/>
                  </a:cubicBezTo>
                  <a:cubicBezTo>
                    <a:pt x="3851" y="1235"/>
                    <a:pt x="3291" y="1962"/>
                    <a:pt x="2796" y="2604"/>
                  </a:cubicBezTo>
                  <a:cubicBezTo>
                    <a:pt x="2629" y="2820"/>
                    <a:pt x="2474" y="3022"/>
                    <a:pt x="2312" y="3210"/>
                  </a:cubicBezTo>
                  <a:cubicBezTo>
                    <a:pt x="2144" y="3405"/>
                    <a:pt x="1963" y="3596"/>
                    <a:pt x="1773" y="3797"/>
                  </a:cubicBezTo>
                  <a:cubicBezTo>
                    <a:pt x="1183" y="4419"/>
                    <a:pt x="572" y="5062"/>
                    <a:pt x="286" y="5913"/>
                  </a:cubicBezTo>
                  <a:cubicBezTo>
                    <a:pt x="1" y="6769"/>
                    <a:pt x="109" y="7630"/>
                    <a:pt x="214" y="8463"/>
                  </a:cubicBezTo>
                  <a:cubicBezTo>
                    <a:pt x="248" y="8731"/>
                    <a:pt x="280" y="8984"/>
                    <a:pt x="298" y="9235"/>
                  </a:cubicBezTo>
                  <a:cubicBezTo>
                    <a:pt x="316" y="9476"/>
                    <a:pt x="320" y="9725"/>
                    <a:pt x="325" y="9990"/>
                  </a:cubicBezTo>
                  <a:cubicBezTo>
                    <a:pt x="339" y="10790"/>
                    <a:pt x="355" y="11697"/>
                    <a:pt x="780" y="12516"/>
                  </a:cubicBezTo>
                  <a:cubicBezTo>
                    <a:pt x="1204" y="13337"/>
                    <a:pt x="1937" y="13871"/>
                    <a:pt x="2582" y="14344"/>
                  </a:cubicBezTo>
                  <a:cubicBezTo>
                    <a:pt x="2797" y="14500"/>
                    <a:pt x="2999" y="14648"/>
                    <a:pt x="3185" y="14800"/>
                  </a:cubicBezTo>
                  <a:lnTo>
                    <a:pt x="3486" y="15047"/>
                  </a:lnTo>
                  <a:lnTo>
                    <a:pt x="16920" y="8081"/>
                  </a:lnTo>
                  <a:cubicBezTo>
                    <a:pt x="16920" y="8081"/>
                    <a:pt x="16973" y="7148"/>
                    <a:pt x="16968" y="6883"/>
                  </a:cubicBezTo>
                  <a:cubicBezTo>
                    <a:pt x="16955" y="6083"/>
                    <a:pt x="16938" y="5177"/>
                    <a:pt x="16514" y="4357"/>
                  </a:cubicBezTo>
                  <a:cubicBezTo>
                    <a:pt x="16089" y="3538"/>
                    <a:pt x="15357" y="3002"/>
                    <a:pt x="14711" y="2531"/>
                  </a:cubicBezTo>
                  <a:cubicBezTo>
                    <a:pt x="14496" y="2374"/>
                    <a:pt x="14294" y="2226"/>
                    <a:pt x="14108" y="2073"/>
                  </a:cubicBezTo>
                  <a:cubicBezTo>
                    <a:pt x="13915" y="1914"/>
                    <a:pt x="13725" y="1742"/>
                    <a:pt x="13525" y="1559"/>
                  </a:cubicBezTo>
                  <a:cubicBezTo>
                    <a:pt x="12905" y="994"/>
                    <a:pt x="12264" y="408"/>
                    <a:pt x="11400" y="150"/>
                  </a:cubicBezTo>
                  <a:cubicBezTo>
                    <a:pt x="11034" y="41"/>
                    <a:pt x="10665" y="1"/>
                    <a:pt x="1029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30"/>
            <p:cNvSpPr/>
            <p:nvPr/>
          </p:nvSpPr>
          <p:spPr>
            <a:xfrm>
              <a:off x="4276725" y="2310500"/>
              <a:ext cx="307200" cy="288425"/>
            </a:xfrm>
            <a:custGeom>
              <a:avLst/>
              <a:gdLst/>
              <a:ahLst/>
              <a:cxnLst/>
              <a:rect l="l" t="t" r="r" b="b"/>
              <a:pathLst>
                <a:path w="12288" h="11537" extrusionOk="0">
                  <a:moveTo>
                    <a:pt x="5611" y="1"/>
                  </a:moveTo>
                  <a:cubicBezTo>
                    <a:pt x="5113" y="1"/>
                    <a:pt x="4616" y="74"/>
                    <a:pt x="4129" y="146"/>
                  </a:cubicBezTo>
                  <a:cubicBezTo>
                    <a:pt x="3855" y="185"/>
                    <a:pt x="3594" y="224"/>
                    <a:pt x="3338" y="248"/>
                  </a:cubicBezTo>
                  <a:cubicBezTo>
                    <a:pt x="3092" y="272"/>
                    <a:pt x="2835" y="283"/>
                    <a:pt x="2566" y="295"/>
                  </a:cubicBezTo>
                  <a:cubicBezTo>
                    <a:pt x="1755" y="329"/>
                    <a:pt x="837" y="367"/>
                    <a:pt x="1" y="801"/>
                  </a:cubicBezTo>
                  <a:lnTo>
                    <a:pt x="5569" y="11537"/>
                  </a:lnTo>
                  <a:lnTo>
                    <a:pt x="12233" y="8081"/>
                  </a:lnTo>
                  <a:cubicBezTo>
                    <a:pt x="12233" y="8081"/>
                    <a:pt x="12287" y="7148"/>
                    <a:pt x="12282" y="6883"/>
                  </a:cubicBezTo>
                  <a:cubicBezTo>
                    <a:pt x="12268" y="6083"/>
                    <a:pt x="12252" y="5177"/>
                    <a:pt x="11827" y="4357"/>
                  </a:cubicBezTo>
                  <a:cubicBezTo>
                    <a:pt x="11403" y="3537"/>
                    <a:pt x="10671" y="3002"/>
                    <a:pt x="10025" y="2531"/>
                  </a:cubicBezTo>
                  <a:cubicBezTo>
                    <a:pt x="9810" y="2374"/>
                    <a:pt x="9608" y="2226"/>
                    <a:pt x="9422" y="2073"/>
                  </a:cubicBezTo>
                  <a:cubicBezTo>
                    <a:pt x="9229" y="1914"/>
                    <a:pt x="9039" y="1742"/>
                    <a:pt x="8839" y="1559"/>
                  </a:cubicBezTo>
                  <a:cubicBezTo>
                    <a:pt x="8219" y="994"/>
                    <a:pt x="7578" y="408"/>
                    <a:pt x="6714" y="150"/>
                  </a:cubicBezTo>
                  <a:cubicBezTo>
                    <a:pt x="6348" y="41"/>
                    <a:pt x="5979" y="1"/>
                    <a:pt x="561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30"/>
            <p:cNvSpPr/>
            <p:nvPr/>
          </p:nvSpPr>
          <p:spPr>
            <a:xfrm>
              <a:off x="4144275" y="2373975"/>
              <a:ext cx="449975" cy="353475"/>
            </a:xfrm>
            <a:custGeom>
              <a:avLst/>
              <a:gdLst/>
              <a:ahLst/>
              <a:cxnLst/>
              <a:rect l="l" t="t" r="r" b="b"/>
              <a:pathLst>
                <a:path w="17999" h="14139" extrusionOk="0">
                  <a:moveTo>
                    <a:pt x="9559" y="1"/>
                  </a:moveTo>
                  <a:cubicBezTo>
                    <a:pt x="8261" y="1"/>
                    <a:pt x="6943" y="303"/>
                    <a:pt x="5713" y="941"/>
                  </a:cubicBezTo>
                  <a:cubicBezTo>
                    <a:pt x="1608" y="3070"/>
                    <a:pt x="1" y="8141"/>
                    <a:pt x="2129" y="12246"/>
                  </a:cubicBezTo>
                  <a:lnTo>
                    <a:pt x="3110" y="14138"/>
                  </a:lnTo>
                  <a:lnTo>
                    <a:pt x="17998" y="6416"/>
                  </a:lnTo>
                  <a:lnTo>
                    <a:pt x="17017" y="4525"/>
                  </a:lnTo>
                  <a:cubicBezTo>
                    <a:pt x="15527" y="1651"/>
                    <a:pt x="12593" y="1"/>
                    <a:pt x="9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0"/>
            <p:cNvSpPr/>
            <p:nvPr/>
          </p:nvSpPr>
          <p:spPr>
            <a:xfrm>
              <a:off x="4287100" y="2374000"/>
              <a:ext cx="307150" cy="256925"/>
            </a:xfrm>
            <a:custGeom>
              <a:avLst/>
              <a:gdLst/>
              <a:ahLst/>
              <a:cxnLst/>
              <a:rect l="l" t="t" r="r" b="b"/>
              <a:pathLst>
                <a:path w="12286" h="10277" extrusionOk="0">
                  <a:moveTo>
                    <a:pt x="3846" y="0"/>
                  </a:moveTo>
                  <a:cubicBezTo>
                    <a:pt x="2548" y="0"/>
                    <a:pt x="1231" y="302"/>
                    <a:pt x="0" y="940"/>
                  </a:cubicBezTo>
                  <a:lnTo>
                    <a:pt x="4842" y="10276"/>
                  </a:lnTo>
                  <a:lnTo>
                    <a:pt x="12285" y="6416"/>
                  </a:lnTo>
                  <a:lnTo>
                    <a:pt x="11305" y="4525"/>
                  </a:lnTo>
                  <a:cubicBezTo>
                    <a:pt x="9814" y="1650"/>
                    <a:pt x="6881" y="0"/>
                    <a:pt x="384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4269125" y="2554275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7" y="1"/>
                  </a:moveTo>
                  <a:lnTo>
                    <a:pt x="0" y="543"/>
                  </a:lnTo>
                  <a:lnTo>
                    <a:pt x="543" y="1591"/>
                  </a:lnTo>
                  <a:lnTo>
                    <a:pt x="1590" y="1047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4410450" y="2480975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7" y="0"/>
                  </a:moveTo>
                  <a:lnTo>
                    <a:pt x="1" y="544"/>
                  </a:lnTo>
                  <a:lnTo>
                    <a:pt x="544" y="1591"/>
                  </a:lnTo>
                  <a:lnTo>
                    <a:pt x="1591" y="10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4315650" y="2471100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8" y="0"/>
                  </a:moveTo>
                  <a:lnTo>
                    <a:pt x="0" y="544"/>
                  </a:lnTo>
                  <a:lnTo>
                    <a:pt x="544" y="1590"/>
                  </a:lnTo>
                  <a:lnTo>
                    <a:pt x="1590" y="1047"/>
                  </a:lnTo>
                  <a:lnTo>
                    <a:pt x="10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30"/>
            <p:cNvSpPr/>
            <p:nvPr/>
          </p:nvSpPr>
          <p:spPr>
            <a:xfrm>
              <a:off x="4328750" y="2471100"/>
              <a:ext cx="26675" cy="32975"/>
            </a:xfrm>
            <a:custGeom>
              <a:avLst/>
              <a:gdLst/>
              <a:ahLst/>
              <a:cxnLst/>
              <a:rect l="l" t="t" r="r" b="b"/>
              <a:pathLst>
                <a:path w="1067" h="1319" extrusionOk="0">
                  <a:moveTo>
                    <a:pt x="523" y="0"/>
                  </a:moveTo>
                  <a:lnTo>
                    <a:pt x="0" y="271"/>
                  </a:lnTo>
                  <a:lnTo>
                    <a:pt x="544" y="1318"/>
                  </a:lnTo>
                  <a:lnTo>
                    <a:pt x="1066" y="1047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30"/>
            <p:cNvSpPr/>
            <p:nvPr/>
          </p:nvSpPr>
          <p:spPr>
            <a:xfrm>
              <a:off x="3823525" y="1789950"/>
              <a:ext cx="408300" cy="276175"/>
            </a:xfrm>
            <a:custGeom>
              <a:avLst/>
              <a:gdLst/>
              <a:ahLst/>
              <a:cxnLst/>
              <a:rect l="l" t="t" r="r" b="b"/>
              <a:pathLst>
                <a:path w="16332" h="11047" extrusionOk="0">
                  <a:moveTo>
                    <a:pt x="14504" y="1"/>
                  </a:moveTo>
                  <a:lnTo>
                    <a:pt x="0" y="7521"/>
                  </a:lnTo>
                  <a:lnTo>
                    <a:pt x="1829" y="11046"/>
                  </a:lnTo>
                  <a:lnTo>
                    <a:pt x="16332" y="3525"/>
                  </a:lnTo>
                  <a:lnTo>
                    <a:pt x="1450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0"/>
            <p:cNvSpPr/>
            <p:nvPr/>
          </p:nvSpPr>
          <p:spPr>
            <a:xfrm>
              <a:off x="4004825" y="1789950"/>
              <a:ext cx="227000" cy="182175"/>
            </a:xfrm>
            <a:custGeom>
              <a:avLst/>
              <a:gdLst/>
              <a:ahLst/>
              <a:cxnLst/>
              <a:rect l="l" t="t" r="r" b="b"/>
              <a:pathLst>
                <a:path w="9080" h="7287" extrusionOk="0">
                  <a:moveTo>
                    <a:pt x="7251" y="1"/>
                  </a:moveTo>
                  <a:lnTo>
                    <a:pt x="0" y="3760"/>
                  </a:lnTo>
                  <a:lnTo>
                    <a:pt x="1827" y="7286"/>
                  </a:lnTo>
                  <a:lnTo>
                    <a:pt x="9080" y="3525"/>
                  </a:lnTo>
                  <a:lnTo>
                    <a:pt x="725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0"/>
            <p:cNvSpPr/>
            <p:nvPr/>
          </p:nvSpPr>
          <p:spPr>
            <a:xfrm>
              <a:off x="3719800" y="1578750"/>
              <a:ext cx="448575" cy="366000"/>
            </a:xfrm>
            <a:custGeom>
              <a:avLst/>
              <a:gdLst/>
              <a:ahLst/>
              <a:cxnLst/>
              <a:rect l="l" t="t" r="r" b="b"/>
              <a:pathLst>
                <a:path w="17943" h="14640" extrusionOk="0">
                  <a:moveTo>
                    <a:pt x="9277" y="1"/>
                  </a:moveTo>
                  <a:cubicBezTo>
                    <a:pt x="8016" y="1"/>
                    <a:pt x="6738" y="294"/>
                    <a:pt x="5544" y="913"/>
                  </a:cubicBezTo>
                  <a:cubicBezTo>
                    <a:pt x="1560" y="2978"/>
                    <a:pt x="0" y="7900"/>
                    <a:pt x="2065" y="11883"/>
                  </a:cubicBezTo>
                  <a:lnTo>
                    <a:pt x="3495" y="14639"/>
                  </a:lnTo>
                  <a:lnTo>
                    <a:pt x="17942" y="7148"/>
                  </a:lnTo>
                  <a:lnTo>
                    <a:pt x="16512" y="4390"/>
                  </a:lnTo>
                  <a:cubicBezTo>
                    <a:pt x="15067" y="1601"/>
                    <a:pt x="12220" y="1"/>
                    <a:pt x="92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0"/>
            <p:cNvSpPr/>
            <p:nvPr/>
          </p:nvSpPr>
          <p:spPr>
            <a:xfrm>
              <a:off x="3858375" y="1578750"/>
              <a:ext cx="310025" cy="272350"/>
            </a:xfrm>
            <a:custGeom>
              <a:avLst/>
              <a:gdLst/>
              <a:ahLst/>
              <a:cxnLst/>
              <a:rect l="l" t="t" r="r" b="b"/>
              <a:pathLst>
                <a:path w="12401" h="10894" extrusionOk="0">
                  <a:moveTo>
                    <a:pt x="3734" y="1"/>
                  </a:moveTo>
                  <a:cubicBezTo>
                    <a:pt x="2473" y="1"/>
                    <a:pt x="1195" y="294"/>
                    <a:pt x="1" y="913"/>
                  </a:cubicBezTo>
                  <a:lnTo>
                    <a:pt x="5176" y="10894"/>
                  </a:lnTo>
                  <a:lnTo>
                    <a:pt x="12401" y="7148"/>
                  </a:lnTo>
                  <a:lnTo>
                    <a:pt x="10971" y="4390"/>
                  </a:lnTo>
                  <a:cubicBezTo>
                    <a:pt x="9524" y="1601"/>
                    <a:pt x="6678" y="1"/>
                    <a:pt x="37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0"/>
            <p:cNvSpPr/>
            <p:nvPr/>
          </p:nvSpPr>
          <p:spPr>
            <a:xfrm>
              <a:off x="3742250" y="1689100"/>
              <a:ext cx="481275" cy="305050"/>
            </a:xfrm>
            <a:custGeom>
              <a:avLst/>
              <a:gdLst/>
              <a:ahLst/>
              <a:cxnLst/>
              <a:rect l="l" t="t" r="r" b="b"/>
              <a:pathLst>
                <a:path w="19251" h="12202" extrusionOk="0">
                  <a:moveTo>
                    <a:pt x="16138" y="0"/>
                  </a:moveTo>
                  <a:cubicBezTo>
                    <a:pt x="15717" y="0"/>
                    <a:pt x="15290" y="98"/>
                    <a:pt x="14890" y="305"/>
                  </a:cubicBezTo>
                  <a:lnTo>
                    <a:pt x="1855" y="7065"/>
                  </a:lnTo>
                  <a:cubicBezTo>
                    <a:pt x="522" y="7756"/>
                    <a:pt x="1" y="9401"/>
                    <a:pt x="691" y="10734"/>
                  </a:cubicBezTo>
                  <a:cubicBezTo>
                    <a:pt x="1175" y="11666"/>
                    <a:pt x="2127" y="12202"/>
                    <a:pt x="3111" y="12202"/>
                  </a:cubicBezTo>
                  <a:cubicBezTo>
                    <a:pt x="3533" y="12202"/>
                    <a:pt x="3960" y="12104"/>
                    <a:pt x="4359" y="11896"/>
                  </a:cubicBezTo>
                  <a:lnTo>
                    <a:pt x="17396" y="5137"/>
                  </a:lnTo>
                  <a:cubicBezTo>
                    <a:pt x="18728" y="4445"/>
                    <a:pt x="19250" y="2800"/>
                    <a:pt x="18559" y="1469"/>
                  </a:cubicBezTo>
                  <a:cubicBezTo>
                    <a:pt x="18075" y="536"/>
                    <a:pt x="17123" y="0"/>
                    <a:pt x="161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30"/>
            <p:cNvSpPr/>
            <p:nvPr/>
          </p:nvSpPr>
          <p:spPr>
            <a:xfrm>
              <a:off x="3825750" y="1730050"/>
              <a:ext cx="39775" cy="39750"/>
            </a:xfrm>
            <a:custGeom>
              <a:avLst/>
              <a:gdLst/>
              <a:ahLst/>
              <a:cxnLst/>
              <a:rect l="l" t="t" r="r" b="b"/>
              <a:pathLst>
                <a:path w="1591" h="1590" extrusionOk="0">
                  <a:moveTo>
                    <a:pt x="1047" y="0"/>
                  </a:moveTo>
                  <a:lnTo>
                    <a:pt x="0" y="543"/>
                  </a:lnTo>
                  <a:lnTo>
                    <a:pt x="543" y="1589"/>
                  </a:lnTo>
                  <a:lnTo>
                    <a:pt x="1590" y="10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30"/>
            <p:cNvSpPr/>
            <p:nvPr/>
          </p:nvSpPr>
          <p:spPr>
            <a:xfrm>
              <a:off x="3967075" y="1656750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7" y="0"/>
                  </a:moveTo>
                  <a:lnTo>
                    <a:pt x="1" y="544"/>
                  </a:lnTo>
                  <a:lnTo>
                    <a:pt x="544" y="1590"/>
                  </a:lnTo>
                  <a:lnTo>
                    <a:pt x="1591" y="10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0"/>
            <p:cNvSpPr/>
            <p:nvPr/>
          </p:nvSpPr>
          <p:spPr>
            <a:xfrm>
              <a:off x="3872275" y="1646850"/>
              <a:ext cx="39775" cy="39775"/>
            </a:xfrm>
            <a:custGeom>
              <a:avLst/>
              <a:gdLst/>
              <a:ahLst/>
              <a:cxnLst/>
              <a:rect l="l" t="t" r="r" b="b"/>
              <a:pathLst>
                <a:path w="1591" h="1591" extrusionOk="0">
                  <a:moveTo>
                    <a:pt x="1047" y="0"/>
                  </a:moveTo>
                  <a:lnTo>
                    <a:pt x="0" y="543"/>
                  </a:lnTo>
                  <a:lnTo>
                    <a:pt x="544" y="1590"/>
                  </a:lnTo>
                  <a:lnTo>
                    <a:pt x="1590" y="1048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0"/>
            <p:cNvSpPr/>
            <p:nvPr/>
          </p:nvSpPr>
          <p:spPr>
            <a:xfrm>
              <a:off x="3885375" y="1646850"/>
              <a:ext cx="26675" cy="33000"/>
            </a:xfrm>
            <a:custGeom>
              <a:avLst/>
              <a:gdLst/>
              <a:ahLst/>
              <a:cxnLst/>
              <a:rect l="l" t="t" r="r" b="b"/>
              <a:pathLst>
                <a:path w="1067" h="1320" extrusionOk="0">
                  <a:moveTo>
                    <a:pt x="524" y="0"/>
                  </a:moveTo>
                  <a:lnTo>
                    <a:pt x="0" y="272"/>
                  </a:lnTo>
                  <a:lnTo>
                    <a:pt x="544" y="1319"/>
                  </a:lnTo>
                  <a:lnTo>
                    <a:pt x="1066" y="1048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0"/>
            <p:cNvSpPr/>
            <p:nvPr/>
          </p:nvSpPr>
          <p:spPr>
            <a:xfrm>
              <a:off x="3951525" y="1689075"/>
              <a:ext cx="272000" cy="212925"/>
            </a:xfrm>
            <a:custGeom>
              <a:avLst/>
              <a:gdLst/>
              <a:ahLst/>
              <a:cxnLst/>
              <a:rect l="l" t="t" r="r" b="b"/>
              <a:pathLst>
                <a:path w="10880" h="8517" extrusionOk="0">
                  <a:moveTo>
                    <a:pt x="7768" y="1"/>
                  </a:moveTo>
                  <a:cubicBezTo>
                    <a:pt x="7347" y="1"/>
                    <a:pt x="6919" y="99"/>
                    <a:pt x="6519" y="306"/>
                  </a:cubicBezTo>
                  <a:lnTo>
                    <a:pt x="1" y="3686"/>
                  </a:lnTo>
                  <a:lnTo>
                    <a:pt x="2507" y="8517"/>
                  </a:lnTo>
                  <a:lnTo>
                    <a:pt x="9025" y="5137"/>
                  </a:lnTo>
                  <a:cubicBezTo>
                    <a:pt x="10356" y="4446"/>
                    <a:pt x="10879" y="2801"/>
                    <a:pt x="10188" y="1468"/>
                  </a:cubicBezTo>
                  <a:cubicBezTo>
                    <a:pt x="9704" y="536"/>
                    <a:pt x="8753" y="1"/>
                    <a:pt x="7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0"/>
            <p:cNvSpPr/>
            <p:nvPr/>
          </p:nvSpPr>
          <p:spPr>
            <a:xfrm>
              <a:off x="4025950" y="1713575"/>
              <a:ext cx="97625" cy="111100"/>
            </a:xfrm>
            <a:custGeom>
              <a:avLst/>
              <a:gdLst/>
              <a:ahLst/>
              <a:cxnLst/>
              <a:rect l="l" t="t" r="r" b="b"/>
              <a:pathLst>
                <a:path w="3905" h="4444" extrusionOk="0">
                  <a:moveTo>
                    <a:pt x="2234" y="1"/>
                  </a:moveTo>
                  <a:lnTo>
                    <a:pt x="1" y="1159"/>
                  </a:lnTo>
                  <a:lnTo>
                    <a:pt x="1351" y="3764"/>
                  </a:lnTo>
                  <a:cubicBezTo>
                    <a:pt x="1576" y="4196"/>
                    <a:pt x="2015" y="4443"/>
                    <a:pt x="2470" y="4443"/>
                  </a:cubicBezTo>
                  <a:cubicBezTo>
                    <a:pt x="2665" y="4443"/>
                    <a:pt x="2862" y="4398"/>
                    <a:pt x="3047" y="4302"/>
                  </a:cubicBezTo>
                  <a:cubicBezTo>
                    <a:pt x="3664" y="3982"/>
                    <a:pt x="3905" y="3223"/>
                    <a:pt x="3585" y="2606"/>
                  </a:cubicBezTo>
                  <a:lnTo>
                    <a:pt x="22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30"/>
            <p:cNvSpPr/>
            <p:nvPr/>
          </p:nvSpPr>
          <p:spPr>
            <a:xfrm>
              <a:off x="3853950" y="1844425"/>
              <a:ext cx="43800" cy="105375"/>
            </a:xfrm>
            <a:custGeom>
              <a:avLst/>
              <a:gdLst/>
              <a:ahLst/>
              <a:cxnLst/>
              <a:rect l="l" t="t" r="r" b="b"/>
              <a:pathLst>
                <a:path w="1752" h="4215" extrusionOk="0">
                  <a:moveTo>
                    <a:pt x="1751" y="1"/>
                  </a:moveTo>
                  <a:lnTo>
                    <a:pt x="473" y="663"/>
                  </a:lnTo>
                  <a:lnTo>
                    <a:pt x="1" y="4215"/>
                  </a:lnTo>
                  <a:lnTo>
                    <a:pt x="1279" y="3552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30"/>
            <p:cNvSpPr/>
            <p:nvPr/>
          </p:nvSpPr>
          <p:spPr>
            <a:xfrm>
              <a:off x="3961000" y="1788925"/>
              <a:ext cx="43775" cy="105375"/>
            </a:xfrm>
            <a:custGeom>
              <a:avLst/>
              <a:gdLst/>
              <a:ahLst/>
              <a:cxnLst/>
              <a:rect l="l" t="t" r="r" b="b"/>
              <a:pathLst>
                <a:path w="1751" h="4215" extrusionOk="0">
                  <a:moveTo>
                    <a:pt x="1751" y="1"/>
                  </a:moveTo>
                  <a:lnTo>
                    <a:pt x="472" y="663"/>
                  </a:lnTo>
                  <a:lnTo>
                    <a:pt x="0" y="4214"/>
                  </a:lnTo>
                  <a:lnTo>
                    <a:pt x="1277" y="3552"/>
                  </a:lnTo>
                  <a:lnTo>
                    <a:pt x="175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30"/>
            <p:cNvSpPr/>
            <p:nvPr/>
          </p:nvSpPr>
          <p:spPr>
            <a:xfrm>
              <a:off x="3971025" y="1788925"/>
              <a:ext cx="33750" cy="75525"/>
            </a:xfrm>
            <a:custGeom>
              <a:avLst/>
              <a:gdLst/>
              <a:ahLst/>
              <a:cxnLst/>
              <a:rect l="l" t="t" r="r" b="b"/>
              <a:pathLst>
                <a:path w="1350" h="3021" extrusionOk="0">
                  <a:moveTo>
                    <a:pt x="1350" y="1"/>
                  </a:moveTo>
                  <a:lnTo>
                    <a:pt x="71" y="663"/>
                  </a:lnTo>
                  <a:lnTo>
                    <a:pt x="0" y="1196"/>
                  </a:lnTo>
                  <a:lnTo>
                    <a:pt x="947" y="3021"/>
                  </a:lnTo>
                  <a:lnTo>
                    <a:pt x="13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4053875" y="1713575"/>
              <a:ext cx="69700" cy="107550"/>
            </a:xfrm>
            <a:custGeom>
              <a:avLst/>
              <a:gdLst/>
              <a:ahLst/>
              <a:cxnLst/>
              <a:rect l="l" t="t" r="r" b="b"/>
              <a:pathLst>
                <a:path w="2788" h="4302" extrusionOk="0">
                  <a:moveTo>
                    <a:pt x="0" y="579"/>
                  </a:moveTo>
                  <a:lnTo>
                    <a:pt x="0" y="580"/>
                  </a:lnTo>
                  <a:lnTo>
                    <a:pt x="1" y="580"/>
                  </a:lnTo>
                  <a:lnTo>
                    <a:pt x="0" y="579"/>
                  </a:lnTo>
                  <a:close/>
                  <a:moveTo>
                    <a:pt x="1117" y="1"/>
                  </a:moveTo>
                  <a:lnTo>
                    <a:pt x="1" y="580"/>
                  </a:lnTo>
                  <a:lnTo>
                    <a:pt x="1930" y="4301"/>
                  </a:lnTo>
                  <a:cubicBezTo>
                    <a:pt x="2547" y="3982"/>
                    <a:pt x="2788" y="3222"/>
                    <a:pt x="2468" y="2605"/>
                  </a:cubicBezTo>
                  <a:lnTo>
                    <a:pt x="111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30"/>
            <p:cNvSpPr/>
            <p:nvPr/>
          </p:nvSpPr>
          <p:spPr>
            <a:xfrm>
              <a:off x="3028200" y="1978900"/>
              <a:ext cx="332225" cy="383625"/>
            </a:xfrm>
            <a:custGeom>
              <a:avLst/>
              <a:gdLst/>
              <a:ahLst/>
              <a:cxnLst/>
              <a:rect l="l" t="t" r="r" b="b"/>
              <a:pathLst>
                <a:path w="13289" h="15345" extrusionOk="0">
                  <a:moveTo>
                    <a:pt x="3165" y="1"/>
                  </a:moveTo>
                  <a:lnTo>
                    <a:pt x="2916" y="391"/>
                  </a:lnTo>
                  <a:cubicBezTo>
                    <a:pt x="0" y="4964"/>
                    <a:pt x="447" y="10911"/>
                    <a:pt x="4016" y="14996"/>
                  </a:cubicBezTo>
                  <a:lnTo>
                    <a:pt x="4320" y="15344"/>
                  </a:lnTo>
                  <a:lnTo>
                    <a:pt x="13289" y="10693"/>
                  </a:lnTo>
                  <a:lnTo>
                    <a:pt x="8715" y="1876"/>
                  </a:lnTo>
                  <a:lnTo>
                    <a:pt x="316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30"/>
            <p:cNvSpPr/>
            <p:nvPr/>
          </p:nvSpPr>
          <p:spPr>
            <a:xfrm>
              <a:off x="3028200" y="1978900"/>
              <a:ext cx="173275" cy="383625"/>
            </a:xfrm>
            <a:custGeom>
              <a:avLst/>
              <a:gdLst/>
              <a:ahLst/>
              <a:cxnLst/>
              <a:rect l="l" t="t" r="r" b="b"/>
              <a:pathLst>
                <a:path w="6931" h="15345" extrusionOk="0">
                  <a:moveTo>
                    <a:pt x="3165" y="1"/>
                  </a:moveTo>
                  <a:lnTo>
                    <a:pt x="2916" y="391"/>
                  </a:lnTo>
                  <a:cubicBezTo>
                    <a:pt x="0" y="4964"/>
                    <a:pt x="447" y="10911"/>
                    <a:pt x="4016" y="14996"/>
                  </a:cubicBezTo>
                  <a:lnTo>
                    <a:pt x="4320" y="15344"/>
                  </a:lnTo>
                  <a:lnTo>
                    <a:pt x="6931" y="13990"/>
                  </a:lnTo>
                  <a:cubicBezTo>
                    <a:pt x="4078" y="10204"/>
                    <a:pt x="3670" y="5103"/>
                    <a:pt x="5870" y="915"/>
                  </a:cubicBezTo>
                  <a:lnTo>
                    <a:pt x="316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30"/>
            <p:cNvSpPr/>
            <p:nvPr/>
          </p:nvSpPr>
          <p:spPr>
            <a:xfrm>
              <a:off x="3189650" y="2158375"/>
              <a:ext cx="97275" cy="92375"/>
            </a:xfrm>
            <a:custGeom>
              <a:avLst/>
              <a:gdLst/>
              <a:ahLst/>
              <a:cxnLst/>
              <a:rect l="l" t="t" r="r" b="b"/>
              <a:pathLst>
                <a:path w="3891" h="3695" extrusionOk="0">
                  <a:moveTo>
                    <a:pt x="1904" y="0"/>
                  </a:moveTo>
                  <a:cubicBezTo>
                    <a:pt x="1618" y="0"/>
                    <a:pt x="1328" y="67"/>
                    <a:pt x="1056" y="207"/>
                  </a:cubicBezTo>
                  <a:cubicBezTo>
                    <a:pt x="392" y="551"/>
                    <a:pt x="1" y="1260"/>
                    <a:pt x="64" y="2006"/>
                  </a:cubicBezTo>
                  <a:cubicBezTo>
                    <a:pt x="130" y="2750"/>
                    <a:pt x="635" y="3383"/>
                    <a:pt x="1347" y="3608"/>
                  </a:cubicBezTo>
                  <a:cubicBezTo>
                    <a:pt x="1531" y="3667"/>
                    <a:pt x="1720" y="3695"/>
                    <a:pt x="1906" y="3695"/>
                  </a:cubicBezTo>
                  <a:cubicBezTo>
                    <a:pt x="2442" y="3695"/>
                    <a:pt x="2962" y="3461"/>
                    <a:pt x="3319" y="3037"/>
                  </a:cubicBezTo>
                  <a:cubicBezTo>
                    <a:pt x="3800" y="2465"/>
                    <a:pt x="3890" y="1660"/>
                    <a:pt x="3546" y="996"/>
                  </a:cubicBezTo>
                  <a:cubicBezTo>
                    <a:pt x="3217" y="363"/>
                    <a:pt x="2572" y="0"/>
                    <a:pt x="190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0"/>
            <p:cNvSpPr/>
            <p:nvPr/>
          </p:nvSpPr>
          <p:spPr>
            <a:xfrm>
              <a:off x="3216000" y="2158350"/>
              <a:ext cx="74050" cy="87225"/>
            </a:xfrm>
            <a:custGeom>
              <a:avLst/>
              <a:gdLst/>
              <a:ahLst/>
              <a:cxnLst/>
              <a:rect l="l" t="t" r="r" b="b"/>
              <a:pathLst>
                <a:path w="2962" h="3489" extrusionOk="0">
                  <a:moveTo>
                    <a:pt x="850" y="0"/>
                  </a:moveTo>
                  <a:cubicBezTo>
                    <a:pt x="564" y="0"/>
                    <a:pt x="273" y="67"/>
                    <a:pt x="1" y="208"/>
                  </a:cubicBezTo>
                  <a:lnTo>
                    <a:pt x="1703" y="3489"/>
                  </a:lnTo>
                  <a:cubicBezTo>
                    <a:pt x="2609" y="3019"/>
                    <a:pt x="2962" y="1903"/>
                    <a:pt x="2492" y="997"/>
                  </a:cubicBezTo>
                  <a:cubicBezTo>
                    <a:pt x="2163" y="363"/>
                    <a:pt x="1518" y="0"/>
                    <a:pt x="8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0"/>
            <p:cNvSpPr/>
            <p:nvPr/>
          </p:nvSpPr>
          <p:spPr>
            <a:xfrm>
              <a:off x="3229075" y="2020050"/>
              <a:ext cx="343625" cy="308425"/>
            </a:xfrm>
            <a:custGeom>
              <a:avLst/>
              <a:gdLst/>
              <a:ahLst/>
              <a:cxnLst/>
              <a:rect l="l" t="t" r="r" b="b"/>
              <a:pathLst>
                <a:path w="13745" h="12337" extrusionOk="0">
                  <a:moveTo>
                    <a:pt x="1" y="0"/>
                  </a:moveTo>
                  <a:lnTo>
                    <a:pt x="4811" y="9276"/>
                  </a:lnTo>
                  <a:lnTo>
                    <a:pt x="6300" y="8504"/>
                  </a:lnTo>
                  <a:lnTo>
                    <a:pt x="7936" y="11658"/>
                  </a:lnTo>
                  <a:cubicBezTo>
                    <a:pt x="8159" y="12089"/>
                    <a:pt x="8598" y="12336"/>
                    <a:pt x="9052" y="12336"/>
                  </a:cubicBezTo>
                  <a:cubicBezTo>
                    <a:pt x="9247" y="12336"/>
                    <a:pt x="9445" y="12291"/>
                    <a:pt x="9631" y="12195"/>
                  </a:cubicBezTo>
                  <a:cubicBezTo>
                    <a:pt x="10247" y="11874"/>
                    <a:pt x="10488" y="11115"/>
                    <a:pt x="10169" y="10499"/>
                  </a:cubicBezTo>
                  <a:lnTo>
                    <a:pt x="8533" y="7346"/>
                  </a:lnTo>
                  <a:lnTo>
                    <a:pt x="13744" y="464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30"/>
            <p:cNvSpPr/>
            <p:nvPr/>
          </p:nvSpPr>
          <p:spPr>
            <a:xfrm>
              <a:off x="3290100" y="2046300"/>
              <a:ext cx="152175" cy="95600"/>
            </a:xfrm>
            <a:custGeom>
              <a:avLst/>
              <a:gdLst/>
              <a:ahLst/>
              <a:cxnLst/>
              <a:rect l="l" t="t" r="r" b="b"/>
              <a:pathLst>
                <a:path w="6087" h="3824" extrusionOk="0">
                  <a:moveTo>
                    <a:pt x="489" y="1"/>
                  </a:moveTo>
                  <a:lnTo>
                    <a:pt x="489" y="1"/>
                  </a:lnTo>
                  <a:cubicBezTo>
                    <a:pt x="0" y="1546"/>
                    <a:pt x="855" y="3195"/>
                    <a:pt x="2401" y="3686"/>
                  </a:cubicBezTo>
                  <a:cubicBezTo>
                    <a:pt x="2696" y="3779"/>
                    <a:pt x="2994" y="3823"/>
                    <a:pt x="3288" y="3823"/>
                  </a:cubicBezTo>
                  <a:cubicBezTo>
                    <a:pt x="4533" y="3823"/>
                    <a:pt x="5689" y="3025"/>
                    <a:pt x="6086" y="1775"/>
                  </a:cubicBez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30"/>
            <p:cNvSpPr/>
            <p:nvPr/>
          </p:nvSpPr>
          <p:spPr>
            <a:xfrm>
              <a:off x="3501175" y="2738200"/>
              <a:ext cx="350525" cy="311550"/>
            </a:xfrm>
            <a:custGeom>
              <a:avLst/>
              <a:gdLst/>
              <a:ahLst/>
              <a:cxnLst/>
              <a:rect l="l" t="t" r="r" b="b"/>
              <a:pathLst>
                <a:path w="14021" h="12462" extrusionOk="0">
                  <a:moveTo>
                    <a:pt x="7364" y="0"/>
                  </a:moveTo>
                  <a:cubicBezTo>
                    <a:pt x="6364" y="0"/>
                    <a:pt x="5349" y="233"/>
                    <a:pt x="4401" y="724"/>
                  </a:cubicBezTo>
                  <a:cubicBezTo>
                    <a:pt x="1239" y="2364"/>
                    <a:pt x="1" y="6271"/>
                    <a:pt x="1640" y="9433"/>
                  </a:cubicBezTo>
                  <a:cubicBezTo>
                    <a:pt x="2356" y="10815"/>
                    <a:pt x="3547" y="11890"/>
                    <a:pt x="4995" y="12461"/>
                  </a:cubicBezTo>
                  <a:lnTo>
                    <a:pt x="13653" y="7972"/>
                  </a:lnTo>
                  <a:cubicBezTo>
                    <a:pt x="14020" y="6460"/>
                    <a:pt x="13828" y="4866"/>
                    <a:pt x="13111" y="3485"/>
                  </a:cubicBezTo>
                  <a:cubicBezTo>
                    <a:pt x="11962" y="1271"/>
                    <a:pt x="9702" y="0"/>
                    <a:pt x="73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30"/>
            <p:cNvSpPr/>
            <p:nvPr/>
          </p:nvSpPr>
          <p:spPr>
            <a:xfrm>
              <a:off x="3611200" y="2738200"/>
              <a:ext cx="240500" cy="255400"/>
            </a:xfrm>
            <a:custGeom>
              <a:avLst/>
              <a:gdLst/>
              <a:ahLst/>
              <a:cxnLst/>
              <a:rect l="l" t="t" r="r" b="b"/>
              <a:pathLst>
                <a:path w="9620" h="10216" extrusionOk="0">
                  <a:moveTo>
                    <a:pt x="2963" y="0"/>
                  </a:moveTo>
                  <a:cubicBezTo>
                    <a:pt x="1963" y="0"/>
                    <a:pt x="948" y="233"/>
                    <a:pt x="0" y="724"/>
                  </a:cubicBezTo>
                  <a:lnTo>
                    <a:pt x="4924" y="10216"/>
                  </a:lnTo>
                  <a:lnTo>
                    <a:pt x="9252" y="7972"/>
                  </a:lnTo>
                  <a:cubicBezTo>
                    <a:pt x="9619" y="6460"/>
                    <a:pt x="9427" y="4866"/>
                    <a:pt x="8710" y="3485"/>
                  </a:cubicBezTo>
                  <a:cubicBezTo>
                    <a:pt x="7561" y="1271"/>
                    <a:pt x="5301" y="0"/>
                    <a:pt x="296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30"/>
            <p:cNvSpPr/>
            <p:nvPr/>
          </p:nvSpPr>
          <p:spPr>
            <a:xfrm>
              <a:off x="3568175" y="2796875"/>
              <a:ext cx="222800" cy="196925"/>
            </a:xfrm>
            <a:custGeom>
              <a:avLst/>
              <a:gdLst/>
              <a:ahLst/>
              <a:cxnLst/>
              <a:rect l="l" t="t" r="r" b="b"/>
              <a:pathLst>
                <a:path w="8912" h="7877" extrusionOk="0">
                  <a:moveTo>
                    <a:pt x="4688" y="1"/>
                  </a:moveTo>
                  <a:cubicBezTo>
                    <a:pt x="4051" y="1"/>
                    <a:pt x="3405" y="149"/>
                    <a:pt x="2802" y="461"/>
                  </a:cubicBezTo>
                  <a:cubicBezTo>
                    <a:pt x="789" y="1506"/>
                    <a:pt x="1" y="3992"/>
                    <a:pt x="1044" y="6005"/>
                  </a:cubicBezTo>
                  <a:cubicBezTo>
                    <a:pt x="1477" y="6840"/>
                    <a:pt x="2183" y="7500"/>
                    <a:pt x="3044" y="7876"/>
                  </a:cubicBezTo>
                  <a:lnTo>
                    <a:pt x="8723" y="4932"/>
                  </a:lnTo>
                  <a:cubicBezTo>
                    <a:pt x="8912" y="4010"/>
                    <a:pt x="8778" y="3053"/>
                    <a:pt x="8346" y="2219"/>
                  </a:cubicBezTo>
                  <a:cubicBezTo>
                    <a:pt x="7614" y="809"/>
                    <a:pt x="6176" y="1"/>
                    <a:pt x="46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30"/>
            <p:cNvSpPr/>
            <p:nvPr/>
          </p:nvSpPr>
          <p:spPr>
            <a:xfrm>
              <a:off x="3638200" y="2796875"/>
              <a:ext cx="152775" cy="160100"/>
            </a:xfrm>
            <a:custGeom>
              <a:avLst/>
              <a:gdLst/>
              <a:ahLst/>
              <a:cxnLst/>
              <a:rect l="l" t="t" r="r" b="b"/>
              <a:pathLst>
                <a:path w="6111" h="6404" extrusionOk="0">
                  <a:moveTo>
                    <a:pt x="1887" y="1"/>
                  </a:moveTo>
                  <a:cubicBezTo>
                    <a:pt x="1250" y="1"/>
                    <a:pt x="604" y="149"/>
                    <a:pt x="1" y="461"/>
                  </a:cubicBezTo>
                  <a:lnTo>
                    <a:pt x="3082" y="6404"/>
                  </a:lnTo>
                  <a:lnTo>
                    <a:pt x="5922" y="4932"/>
                  </a:lnTo>
                  <a:cubicBezTo>
                    <a:pt x="6111" y="4010"/>
                    <a:pt x="5977" y="3053"/>
                    <a:pt x="5545" y="2219"/>
                  </a:cubicBezTo>
                  <a:cubicBezTo>
                    <a:pt x="4813" y="809"/>
                    <a:pt x="3375" y="1"/>
                    <a:pt x="18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30"/>
            <p:cNvSpPr/>
            <p:nvPr/>
          </p:nvSpPr>
          <p:spPr>
            <a:xfrm>
              <a:off x="3701400" y="2629925"/>
              <a:ext cx="132350" cy="218350"/>
            </a:xfrm>
            <a:custGeom>
              <a:avLst/>
              <a:gdLst/>
              <a:ahLst/>
              <a:cxnLst/>
              <a:rect l="l" t="t" r="r" b="b"/>
              <a:pathLst>
                <a:path w="5294" h="8734" extrusionOk="0">
                  <a:moveTo>
                    <a:pt x="1047" y="1"/>
                  </a:moveTo>
                  <a:lnTo>
                    <a:pt x="0" y="543"/>
                  </a:lnTo>
                  <a:lnTo>
                    <a:pt x="4247" y="8733"/>
                  </a:lnTo>
                  <a:lnTo>
                    <a:pt x="5293" y="8190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30"/>
            <p:cNvSpPr/>
            <p:nvPr/>
          </p:nvSpPr>
          <p:spPr>
            <a:xfrm>
              <a:off x="3413050" y="2615250"/>
              <a:ext cx="339325" cy="195125"/>
            </a:xfrm>
            <a:custGeom>
              <a:avLst/>
              <a:gdLst/>
              <a:ahLst/>
              <a:cxnLst/>
              <a:rect l="l" t="t" r="r" b="b"/>
              <a:pathLst>
                <a:path w="13573" h="7805" extrusionOk="0">
                  <a:moveTo>
                    <a:pt x="13029" y="1"/>
                  </a:moveTo>
                  <a:lnTo>
                    <a:pt x="1" y="6757"/>
                  </a:lnTo>
                  <a:lnTo>
                    <a:pt x="544" y="7805"/>
                  </a:lnTo>
                  <a:lnTo>
                    <a:pt x="13572" y="1048"/>
                  </a:lnTo>
                  <a:lnTo>
                    <a:pt x="130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30"/>
            <p:cNvSpPr/>
            <p:nvPr/>
          </p:nvSpPr>
          <p:spPr>
            <a:xfrm>
              <a:off x="3388350" y="2612150"/>
              <a:ext cx="364075" cy="111825"/>
            </a:xfrm>
            <a:custGeom>
              <a:avLst/>
              <a:gdLst/>
              <a:ahLst/>
              <a:cxnLst/>
              <a:rect l="l" t="t" r="r" b="b"/>
              <a:pathLst>
                <a:path w="14563" h="4473" extrusionOk="0">
                  <a:moveTo>
                    <a:pt x="14295" y="1"/>
                  </a:moveTo>
                  <a:lnTo>
                    <a:pt x="1" y="3325"/>
                  </a:lnTo>
                  <a:lnTo>
                    <a:pt x="133" y="3898"/>
                  </a:lnTo>
                  <a:lnTo>
                    <a:pt x="267" y="4473"/>
                  </a:lnTo>
                  <a:lnTo>
                    <a:pt x="14563" y="1149"/>
                  </a:lnTo>
                  <a:lnTo>
                    <a:pt x="14429" y="575"/>
                  </a:lnTo>
                  <a:lnTo>
                    <a:pt x="1429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30"/>
            <p:cNvSpPr/>
            <p:nvPr/>
          </p:nvSpPr>
          <p:spPr>
            <a:xfrm>
              <a:off x="3499100" y="2807875"/>
              <a:ext cx="419525" cy="281075"/>
            </a:xfrm>
            <a:custGeom>
              <a:avLst/>
              <a:gdLst/>
              <a:ahLst/>
              <a:cxnLst/>
              <a:rect l="l" t="t" r="r" b="b"/>
              <a:pathLst>
                <a:path w="16781" h="11243" extrusionOk="0">
                  <a:moveTo>
                    <a:pt x="15192" y="1"/>
                  </a:moveTo>
                  <a:lnTo>
                    <a:pt x="0" y="7878"/>
                  </a:lnTo>
                  <a:lnTo>
                    <a:pt x="55" y="7983"/>
                  </a:lnTo>
                  <a:cubicBezTo>
                    <a:pt x="1128" y="10054"/>
                    <a:pt x="3242" y="11242"/>
                    <a:pt x="5427" y="11242"/>
                  </a:cubicBezTo>
                  <a:cubicBezTo>
                    <a:pt x="6363" y="11242"/>
                    <a:pt x="7312" y="11024"/>
                    <a:pt x="8198" y="10565"/>
                  </a:cubicBezTo>
                  <a:lnTo>
                    <a:pt x="12665" y="8249"/>
                  </a:lnTo>
                  <a:cubicBezTo>
                    <a:pt x="15622" y="6716"/>
                    <a:pt x="16780" y="3063"/>
                    <a:pt x="15247" y="106"/>
                  </a:cubicBezTo>
                  <a:lnTo>
                    <a:pt x="1519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30"/>
            <p:cNvSpPr/>
            <p:nvPr/>
          </p:nvSpPr>
          <p:spPr>
            <a:xfrm>
              <a:off x="3689025" y="2807875"/>
              <a:ext cx="229600" cy="235175"/>
            </a:xfrm>
            <a:custGeom>
              <a:avLst/>
              <a:gdLst/>
              <a:ahLst/>
              <a:cxnLst/>
              <a:rect l="l" t="t" r="r" b="b"/>
              <a:pathLst>
                <a:path w="9184" h="9407" extrusionOk="0">
                  <a:moveTo>
                    <a:pt x="0" y="3939"/>
                  </a:moveTo>
                  <a:lnTo>
                    <a:pt x="0" y="3940"/>
                  </a:lnTo>
                  <a:lnTo>
                    <a:pt x="1" y="3940"/>
                  </a:lnTo>
                  <a:lnTo>
                    <a:pt x="1" y="3940"/>
                  </a:lnTo>
                  <a:lnTo>
                    <a:pt x="0" y="3939"/>
                  </a:lnTo>
                  <a:close/>
                  <a:moveTo>
                    <a:pt x="7595" y="1"/>
                  </a:moveTo>
                  <a:lnTo>
                    <a:pt x="1" y="3940"/>
                  </a:lnTo>
                  <a:lnTo>
                    <a:pt x="1" y="3940"/>
                  </a:lnTo>
                  <a:lnTo>
                    <a:pt x="2835" y="9407"/>
                  </a:lnTo>
                  <a:lnTo>
                    <a:pt x="5068" y="8249"/>
                  </a:lnTo>
                  <a:cubicBezTo>
                    <a:pt x="8025" y="6716"/>
                    <a:pt x="9183" y="3063"/>
                    <a:pt x="7650" y="106"/>
                  </a:cubicBezTo>
                  <a:lnTo>
                    <a:pt x="759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30"/>
            <p:cNvSpPr/>
            <p:nvPr/>
          </p:nvSpPr>
          <p:spPr>
            <a:xfrm>
              <a:off x="3460225" y="2780100"/>
              <a:ext cx="460275" cy="257850"/>
            </a:xfrm>
            <a:custGeom>
              <a:avLst/>
              <a:gdLst/>
              <a:ahLst/>
              <a:cxnLst/>
              <a:rect l="l" t="t" r="r" b="b"/>
              <a:pathLst>
                <a:path w="18411" h="10314" extrusionOk="0">
                  <a:moveTo>
                    <a:pt x="17868" y="0"/>
                  </a:moveTo>
                  <a:lnTo>
                    <a:pt x="0" y="9265"/>
                  </a:lnTo>
                  <a:lnTo>
                    <a:pt x="544" y="10313"/>
                  </a:lnTo>
                  <a:lnTo>
                    <a:pt x="18411" y="1047"/>
                  </a:lnTo>
                  <a:lnTo>
                    <a:pt x="17868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30"/>
            <p:cNvSpPr/>
            <p:nvPr/>
          </p:nvSpPr>
          <p:spPr>
            <a:xfrm>
              <a:off x="3683550" y="2780100"/>
              <a:ext cx="236950" cy="142000"/>
            </a:xfrm>
            <a:custGeom>
              <a:avLst/>
              <a:gdLst/>
              <a:ahLst/>
              <a:cxnLst/>
              <a:rect l="l" t="t" r="r" b="b"/>
              <a:pathLst>
                <a:path w="9478" h="5680" extrusionOk="0">
                  <a:moveTo>
                    <a:pt x="8935" y="0"/>
                  </a:moveTo>
                  <a:lnTo>
                    <a:pt x="1" y="4633"/>
                  </a:lnTo>
                  <a:lnTo>
                    <a:pt x="544" y="5680"/>
                  </a:lnTo>
                  <a:lnTo>
                    <a:pt x="9478" y="1047"/>
                  </a:lnTo>
                  <a:lnTo>
                    <a:pt x="89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0"/>
            <p:cNvSpPr/>
            <p:nvPr/>
          </p:nvSpPr>
          <p:spPr>
            <a:xfrm>
              <a:off x="3551025" y="3240350"/>
              <a:ext cx="307700" cy="307725"/>
            </a:xfrm>
            <a:custGeom>
              <a:avLst/>
              <a:gdLst/>
              <a:ahLst/>
              <a:cxnLst/>
              <a:rect l="l" t="t" r="r" b="b"/>
              <a:pathLst>
                <a:path w="12308" h="12309" extrusionOk="0">
                  <a:moveTo>
                    <a:pt x="6154" y="1"/>
                  </a:moveTo>
                  <a:cubicBezTo>
                    <a:pt x="4521" y="1"/>
                    <a:pt x="2957" y="649"/>
                    <a:pt x="1802" y="1803"/>
                  </a:cubicBezTo>
                  <a:cubicBezTo>
                    <a:pt x="648" y="2957"/>
                    <a:pt x="0" y="4523"/>
                    <a:pt x="0" y="6154"/>
                  </a:cubicBezTo>
                  <a:cubicBezTo>
                    <a:pt x="0" y="7787"/>
                    <a:pt x="648" y="9353"/>
                    <a:pt x="1802" y="10505"/>
                  </a:cubicBezTo>
                  <a:cubicBezTo>
                    <a:pt x="2957" y="11659"/>
                    <a:pt x="4521" y="12309"/>
                    <a:pt x="6154" y="12309"/>
                  </a:cubicBezTo>
                  <a:cubicBezTo>
                    <a:pt x="7786" y="12309"/>
                    <a:pt x="9351" y="11659"/>
                    <a:pt x="10505" y="10505"/>
                  </a:cubicBezTo>
                  <a:cubicBezTo>
                    <a:pt x="11659" y="9353"/>
                    <a:pt x="12307" y="7787"/>
                    <a:pt x="12307" y="6154"/>
                  </a:cubicBezTo>
                  <a:cubicBezTo>
                    <a:pt x="12307" y="4523"/>
                    <a:pt x="11659" y="2957"/>
                    <a:pt x="10505" y="1803"/>
                  </a:cubicBezTo>
                  <a:cubicBezTo>
                    <a:pt x="9351" y="649"/>
                    <a:pt x="7786" y="1"/>
                    <a:pt x="61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0"/>
            <p:cNvSpPr/>
            <p:nvPr/>
          </p:nvSpPr>
          <p:spPr>
            <a:xfrm>
              <a:off x="3877800" y="3059100"/>
              <a:ext cx="351400" cy="307800"/>
            </a:xfrm>
            <a:custGeom>
              <a:avLst/>
              <a:gdLst/>
              <a:ahLst/>
              <a:cxnLst/>
              <a:rect l="l" t="t" r="r" b="b"/>
              <a:pathLst>
                <a:path w="14056" h="12312" extrusionOk="0">
                  <a:moveTo>
                    <a:pt x="7023" y="1"/>
                  </a:moveTo>
                  <a:cubicBezTo>
                    <a:pt x="6067" y="1"/>
                    <a:pt x="5097" y="225"/>
                    <a:pt x="4190" y="696"/>
                  </a:cubicBezTo>
                  <a:cubicBezTo>
                    <a:pt x="1174" y="2264"/>
                    <a:pt x="1" y="5979"/>
                    <a:pt x="1568" y="8994"/>
                  </a:cubicBezTo>
                  <a:cubicBezTo>
                    <a:pt x="2664" y="11103"/>
                    <a:pt x="4811" y="12311"/>
                    <a:pt x="7034" y="12311"/>
                  </a:cubicBezTo>
                  <a:cubicBezTo>
                    <a:pt x="7990" y="12311"/>
                    <a:pt x="8959" y="12088"/>
                    <a:pt x="9866" y="11616"/>
                  </a:cubicBezTo>
                  <a:cubicBezTo>
                    <a:pt x="12882" y="10049"/>
                    <a:pt x="14056" y="6333"/>
                    <a:pt x="12488" y="3318"/>
                  </a:cubicBezTo>
                  <a:cubicBezTo>
                    <a:pt x="11393" y="1209"/>
                    <a:pt x="9246" y="1"/>
                    <a:pt x="70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30"/>
            <p:cNvSpPr/>
            <p:nvPr/>
          </p:nvSpPr>
          <p:spPr>
            <a:xfrm>
              <a:off x="4248275" y="2877900"/>
              <a:ext cx="307725" cy="307725"/>
            </a:xfrm>
            <a:custGeom>
              <a:avLst/>
              <a:gdLst/>
              <a:ahLst/>
              <a:cxnLst/>
              <a:rect l="l" t="t" r="r" b="b"/>
              <a:pathLst>
                <a:path w="12309" h="12309" extrusionOk="0">
                  <a:moveTo>
                    <a:pt x="6155" y="1"/>
                  </a:moveTo>
                  <a:cubicBezTo>
                    <a:pt x="4523" y="1"/>
                    <a:pt x="2957" y="650"/>
                    <a:pt x="1803" y="1804"/>
                  </a:cubicBezTo>
                  <a:cubicBezTo>
                    <a:pt x="649" y="2958"/>
                    <a:pt x="0" y="4523"/>
                    <a:pt x="0" y="6155"/>
                  </a:cubicBezTo>
                  <a:cubicBezTo>
                    <a:pt x="0" y="7786"/>
                    <a:pt x="649" y="9353"/>
                    <a:pt x="1803" y="10507"/>
                  </a:cubicBezTo>
                  <a:cubicBezTo>
                    <a:pt x="2957" y="11661"/>
                    <a:pt x="4523" y="12309"/>
                    <a:pt x="6155" y="12309"/>
                  </a:cubicBezTo>
                  <a:cubicBezTo>
                    <a:pt x="7786" y="12309"/>
                    <a:pt x="9352" y="11661"/>
                    <a:pt x="10506" y="10507"/>
                  </a:cubicBezTo>
                  <a:cubicBezTo>
                    <a:pt x="11660" y="9353"/>
                    <a:pt x="12308" y="7786"/>
                    <a:pt x="12308" y="6155"/>
                  </a:cubicBezTo>
                  <a:cubicBezTo>
                    <a:pt x="12308" y="4523"/>
                    <a:pt x="11660" y="2958"/>
                    <a:pt x="10506" y="1804"/>
                  </a:cubicBezTo>
                  <a:cubicBezTo>
                    <a:pt x="9352" y="650"/>
                    <a:pt x="7786" y="1"/>
                    <a:pt x="61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30"/>
            <p:cNvSpPr/>
            <p:nvPr/>
          </p:nvSpPr>
          <p:spPr>
            <a:xfrm>
              <a:off x="4575075" y="2696675"/>
              <a:ext cx="351425" cy="307775"/>
            </a:xfrm>
            <a:custGeom>
              <a:avLst/>
              <a:gdLst/>
              <a:ahLst/>
              <a:cxnLst/>
              <a:rect l="l" t="t" r="r" b="b"/>
              <a:pathLst>
                <a:path w="14057" h="12311" extrusionOk="0">
                  <a:moveTo>
                    <a:pt x="7023" y="0"/>
                  </a:moveTo>
                  <a:cubicBezTo>
                    <a:pt x="6067" y="0"/>
                    <a:pt x="5097" y="224"/>
                    <a:pt x="4190" y="695"/>
                  </a:cubicBezTo>
                  <a:cubicBezTo>
                    <a:pt x="1175" y="2262"/>
                    <a:pt x="0" y="5978"/>
                    <a:pt x="1567" y="8993"/>
                  </a:cubicBezTo>
                  <a:cubicBezTo>
                    <a:pt x="2663" y="11102"/>
                    <a:pt x="4810" y="12310"/>
                    <a:pt x="7033" y="12310"/>
                  </a:cubicBezTo>
                  <a:cubicBezTo>
                    <a:pt x="7989" y="12310"/>
                    <a:pt x="8959" y="12087"/>
                    <a:pt x="9866" y="11615"/>
                  </a:cubicBezTo>
                  <a:cubicBezTo>
                    <a:pt x="12882" y="10048"/>
                    <a:pt x="14056" y="6332"/>
                    <a:pt x="12488" y="3317"/>
                  </a:cubicBezTo>
                  <a:cubicBezTo>
                    <a:pt x="11392" y="1208"/>
                    <a:pt x="9246" y="0"/>
                    <a:pt x="70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30"/>
            <p:cNvSpPr/>
            <p:nvPr/>
          </p:nvSpPr>
          <p:spPr>
            <a:xfrm>
              <a:off x="3728825" y="1553175"/>
              <a:ext cx="2939575" cy="3923400"/>
            </a:xfrm>
            <a:custGeom>
              <a:avLst/>
              <a:gdLst/>
              <a:ahLst/>
              <a:cxnLst/>
              <a:rect l="l" t="t" r="r" b="b"/>
              <a:pathLst>
                <a:path w="117583" h="156936" extrusionOk="0">
                  <a:moveTo>
                    <a:pt x="29283" y="1"/>
                  </a:moveTo>
                  <a:lnTo>
                    <a:pt x="49955" y="39769"/>
                  </a:lnTo>
                  <a:lnTo>
                    <a:pt x="50300" y="45191"/>
                  </a:lnTo>
                  <a:cubicBezTo>
                    <a:pt x="50548" y="49116"/>
                    <a:pt x="49623" y="53026"/>
                    <a:pt x="47639" y="56422"/>
                  </a:cubicBezTo>
                  <a:cubicBezTo>
                    <a:pt x="45896" y="59406"/>
                    <a:pt x="42737" y="61123"/>
                    <a:pt x="39451" y="61123"/>
                  </a:cubicBezTo>
                  <a:cubicBezTo>
                    <a:pt x="38294" y="61123"/>
                    <a:pt x="37121" y="60910"/>
                    <a:pt x="35988" y="60465"/>
                  </a:cubicBezTo>
                  <a:lnTo>
                    <a:pt x="33530" y="59500"/>
                  </a:lnTo>
                  <a:cubicBezTo>
                    <a:pt x="30457" y="58293"/>
                    <a:pt x="27888" y="56074"/>
                    <a:pt x="26248" y="53209"/>
                  </a:cubicBezTo>
                  <a:lnTo>
                    <a:pt x="26108" y="52963"/>
                  </a:lnTo>
                  <a:cubicBezTo>
                    <a:pt x="24768" y="50625"/>
                    <a:pt x="22803" y="48705"/>
                    <a:pt x="20434" y="47421"/>
                  </a:cubicBezTo>
                  <a:cubicBezTo>
                    <a:pt x="17335" y="45742"/>
                    <a:pt x="13921" y="44904"/>
                    <a:pt x="10509" y="44904"/>
                  </a:cubicBezTo>
                  <a:cubicBezTo>
                    <a:pt x="6875" y="44904"/>
                    <a:pt x="3243" y="45855"/>
                    <a:pt x="1" y="47750"/>
                  </a:cubicBezTo>
                  <a:lnTo>
                    <a:pt x="27487" y="71780"/>
                  </a:lnTo>
                  <a:lnTo>
                    <a:pt x="39212" y="89578"/>
                  </a:lnTo>
                  <a:cubicBezTo>
                    <a:pt x="42619" y="94749"/>
                    <a:pt x="47346" y="98916"/>
                    <a:pt x="52905" y="101646"/>
                  </a:cubicBezTo>
                  <a:lnTo>
                    <a:pt x="69094" y="109597"/>
                  </a:lnTo>
                  <a:lnTo>
                    <a:pt x="81269" y="156936"/>
                  </a:lnTo>
                  <a:lnTo>
                    <a:pt x="117582" y="138060"/>
                  </a:lnTo>
                  <a:lnTo>
                    <a:pt x="96516" y="83303"/>
                  </a:lnTo>
                  <a:lnTo>
                    <a:pt x="63838" y="42200"/>
                  </a:lnTo>
                  <a:lnTo>
                    <a:pt x="41607" y="4943"/>
                  </a:lnTo>
                  <a:lnTo>
                    <a:pt x="29283" y="1"/>
                  </a:ln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30"/>
            <p:cNvSpPr/>
            <p:nvPr/>
          </p:nvSpPr>
          <p:spPr>
            <a:xfrm>
              <a:off x="2262950" y="3080400"/>
              <a:ext cx="577900" cy="577900"/>
            </a:xfrm>
            <a:custGeom>
              <a:avLst/>
              <a:gdLst/>
              <a:ahLst/>
              <a:cxnLst/>
              <a:rect l="l" t="t" r="r" b="b"/>
              <a:pathLst>
                <a:path w="23116" h="23116" extrusionOk="0">
                  <a:moveTo>
                    <a:pt x="2656" y="1"/>
                  </a:moveTo>
                  <a:cubicBezTo>
                    <a:pt x="1184" y="1"/>
                    <a:pt x="0" y="1185"/>
                    <a:pt x="0" y="2657"/>
                  </a:cubicBezTo>
                  <a:lnTo>
                    <a:pt x="0" y="20460"/>
                  </a:lnTo>
                  <a:cubicBezTo>
                    <a:pt x="0" y="21930"/>
                    <a:pt x="1184" y="23116"/>
                    <a:pt x="2656" y="23116"/>
                  </a:cubicBezTo>
                  <a:lnTo>
                    <a:pt x="20459" y="23116"/>
                  </a:lnTo>
                  <a:cubicBezTo>
                    <a:pt x="21930" y="23116"/>
                    <a:pt x="23115" y="21930"/>
                    <a:pt x="23115" y="20460"/>
                  </a:cubicBezTo>
                  <a:lnTo>
                    <a:pt x="23115" y="2657"/>
                  </a:lnTo>
                  <a:cubicBezTo>
                    <a:pt x="23115" y="1185"/>
                    <a:pt x="21930" y="1"/>
                    <a:pt x="204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0"/>
            <p:cNvSpPr/>
            <p:nvPr/>
          </p:nvSpPr>
          <p:spPr>
            <a:xfrm>
              <a:off x="2383650" y="3201125"/>
              <a:ext cx="336475" cy="336475"/>
            </a:xfrm>
            <a:custGeom>
              <a:avLst/>
              <a:gdLst/>
              <a:ahLst/>
              <a:cxnLst/>
              <a:rect l="l" t="t" r="r" b="b"/>
              <a:pathLst>
                <a:path w="13459" h="13459" extrusionOk="0">
                  <a:moveTo>
                    <a:pt x="6730" y="0"/>
                  </a:moveTo>
                  <a:cubicBezTo>
                    <a:pt x="4944" y="0"/>
                    <a:pt x="3232" y="708"/>
                    <a:pt x="1971" y="1971"/>
                  </a:cubicBezTo>
                  <a:cubicBezTo>
                    <a:pt x="709" y="3232"/>
                    <a:pt x="0" y="4944"/>
                    <a:pt x="0" y="6729"/>
                  </a:cubicBezTo>
                  <a:cubicBezTo>
                    <a:pt x="0" y="8513"/>
                    <a:pt x="709" y="10225"/>
                    <a:pt x="1971" y="11488"/>
                  </a:cubicBezTo>
                  <a:cubicBezTo>
                    <a:pt x="3232" y="12749"/>
                    <a:pt x="4944" y="13459"/>
                    <a:pt x="6730" y="13459"/>
                  </a:cubicBezTo>
                  <a:cubicBezTo>
                    <a:pt x="8514" y="13459"/>
                    <a:pt x="10226" y="12749"/>
                    <a:pt x="11488" y="11488"/>
                  </a:cubicBezTo>
                  <a:cubicBezTo>
                    <a:pt x="12749" y="10225"/>
                    <a:pt x="13459" y="8513"/>
                    <a:pt x="13459" y="6729"/>
                  </a:cubicBezTo>
                  <a:cubicBezTo>
                    <a:pt x="13459" y="4944"/>
                    <a:pt x="12749" y="3232"/>
                    <a:pt x="11488" y="1971"/>
                  </a:cubicBezTo>
                  <a:cubicBezTo>
                    <a:pt x="10226" y="708"/>
                    <a:pt x="8514" y="0"/>
                    <a:pt x="673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0"/>
            <p:cNvSpPr/>
            <p:nvPr/>
          </p:nvSpPr>
          <p:spPr>
            <a:xfrm>
              <a:off x="5147150" y="1406650"/>
              <a:ext cx="577900" cy="577900"/>
            </a:xfrm>
            <a:custGeom>
              <a:avLst/>
              <a:gdLst/>
              <a:ahLst/>
              <a:cxnLst/>
              <a:rect l="l" t="t" r="r" b="b"/>
              <a:pathLst>
                <a:path w="23116" h="23116" extrusionOk="0">
                  <a:moveTo>
                    <a:pt x="2657" y="1"/>
                  </a:moveTo>
                  <a:cubicBezTo>
                    <a:pt x="1185" y="1"/>
                    <a:pt x="1" y="1185"/>
                    <a:pt x="1" y="2657"/>
                  </a:cubicBezTo>
                  <a:lnTo>
                    <a:pt x="1" y="20460"/>
                  </a:lnTo>
                  <a:cubicBezTo>
                    <a:pt x="1" y="21930"/>
                    <a:pt x="1185" y="23116"/>
                    <a:pt x="2657" y="23116"/>
                  </a:cubicBezTo>
                  <a:lnTo>
                    <a:pt x="20459" y="23116"/>
                  </a:lnTo>
                  <a:cubicBezTo>
                    <a:pt x="21930" y="23116"/>
                    <a:pt x="23116" y="21930"/>
                    <a:pt x="23116" y="20460"/>
                  </a:cubicBezTo>
                  <a:lnTo>
                    <a:pt x="23116" y="2657"/>
                  </a:lnTo>
                  <a:cubicBezTo>
                    <a:pt x="23116" y="1185"/>
                    <a:pt x="21930" y="1"/>
                    <a:pt x="204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0"/>
            <p:cNvSpPr/>
            <p:nvPr/>
          </p:nvSpPr>
          <p:spPr>
            <a:xfrm>
              <a:off x="5267875" y="1527375"/>
              <a:ext cx="336475" cy="336475"/>
            </a:xfrm>
            <a:custGeom>
              <a:avLst/>
              <a:gdLst/>
              <a:ahLst/>
              <a:cxnLst/>
              <a:rect l="l" t="t" r="r" b="b"/>
              <a:pathLst>
                <a:path w="13459" h="13459" extrusionOk="0">
                  <a:moveTo>
                    <a:pt x="6729" y="0"/>
                  </a:moveTo>
                  <a:cubicBezTo>
                    <a:pt x="4944" y="0"/>
                    <a:pt x="3232" y="708"/>
                    <a:pt x="1971" y="1971"/>
                  </a:cubicBezTo>
                  <a:cubicBezTo>
                    <a:pt x="708" y="3232"/>
                    <a:pt x="0" y="4944"/>
                    <a:pt x="0" y="6729"/>
                  </a:cubicBezTo>
                  <a:cubicBezTo>
                    <a:pt x="0" y="8513"/>
                    <a:pt x="708" y="10225"/>
                    <a:pt x="1971" y="11487"/>
                  </a:cubicBezTo>
                  <a:cubicBezTo>
                    <a:pt x="3232" y="12749"/>
                    <a:pt x="4944" y="13459"/>
                    <a:pt x="6729" y="13459"/>
                  </a:cubicBezTo>
                  <a:cubicBezTo>
                    <a:pt x="8513" y="13459"/>
                    <a:pt x="10225" y="12749"/>
                    <a:pt x="11488" y="11487"/>
                  </a:cubicBezTo>
                  <a:cubicBezTo>
                    <a:pt x="12749" y="10225"/>
                    <a:pt x="13458" y="8513"/>
                    <a:pt x="13458" y="6729"/>
                  </a:cubicBezTo>
                  <a:cubicBezTo>
                    <a:pt x="13458" y="4944"/>
                    <a:pt x="12749" y="3232"/>
                    <a:pt x="11488" y="1971"/>
                  </a:cubicBezTo>
                  <a:cubicBezTo>
                    <a:pt x="10225" y="708"/>
                    <a:pt x="8513" y="0"/>
                    <a:pt x="67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4206600" y="642725"/>
              <a:ext cx="780600" cy="286200"/>
            </a:xfrm>
            <a:custGeom>
              <a:avLst/>
              <a:gdLst/>
              <a:ahLst/>
              <a:cxnLst/>
              <a:rect l="l" t="t" r="r" b="b"/>
              <a:pathLst>
                <a:path w="31224" h="11448" extrusionOk="0">
                  <a:moveTo>
                    <a:pt x="0" y="1"/>
                  </a:moveTo>
                  <a:lnTo>
                    <a:pt x="12913" y="10244"/>
                  </a:lnTo>
                  <a:lnTo>
                    <a:pt x="13507" y="10715"/>
                  </a:lnTo>
                  <a:cubicBezTo>
                    <a:pt x="14124" y="11203"/>
                    <a:pt x="14868" y="11448"/>
                    <a:pt x="15612" y="11448"/>
                  </a:cubicBezTo>
                  <a:cubicBezTo>
                    <a:pt x="16356" y="11448"/>
                    <a:pt x="17100" y="11203"/>
                    <a:pt x="17717" y="10715"/>
                  </a:cubicBezTo>
                  <a:lnTo>
                    <a:pt x="18311" y="10244"/>
                  </a:lnTo>
                  <a:lnTo>
                    <a:pt x="31224" y="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4206600" y="642725"/>
              <a:ext cx="322825" cy="512125"/>
            </a:xfrm>
            <a:custGeom>
              <a:avLst/>
              <a:gdLst/>
              <a:ahLst/>
              <a:cxnLst/>
              <a:rect l="l" t="t" r="r" b="b"/>
              <a:pathLst>
                <a:path w="12913" h="20485" extrusionOk="0">
                  <a:moveTo>
                    <a:pt x="0" y="1"/>
                  </a:moveTo>
                  <a:lnTo>
                    <a:pt x="0" y="20485"/>
                  </a:lnTo>
                  <a:lnTo>
                    <a:pt x="12913" y="1024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4206600" y="898800"/>
              <a:ext cx="780600" cy="256050"/>
            </a:xfrm>
            <a:custGeom>
              <a:avLst/>
              <a:gdLst/>
              <a:ahLst/>
              <a:cxnLst/>
              <a:rect l="l" t="t" r="r" b="b"/>
              <a:pathLst>
                <a:path w="31224" h="10242" extrusionOk="0">
                  <a:moveTo>
                    <a:pt x="12913" y="1"/>
                  </a:moveTo>
                  <a:lnTo>
                    <a:pt x="0" y="10242"/>
                  </a:lnTo>
                  <a:lnTo>
                    <a:pt x="31224" y="10242"/>
                  </a:lnTo>
                  <a:lnTo>
                    <a:pt x="18311" y="1"/>
                  </a:lnTo>
                  <a:lnTo>
                    <a:pt x="17717" y="471"/>
                  </a:lnTo>
                  <a:cubicBezTo>
                    <a:pt x="17100" y="960"/>
                    <a:pt x="16356" y="1204"/>
                    <a:pt x="15612" y="1204"/>
                  </a:cubicBezTo>
                  <a:cubicBezTo>
                    <a:pt x="14868" y="1204"/>
                    <a:pt x="14124" y="960"/>
                    <a:pt x="13507" y="471"/>
                  </a:cubicBezTo>
                  <a:lnTo>
                    <a:pt x="1291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4664350" y="642725"/>
              <a:ext cx="322850" cy="512125"/>
            </a:xfrm>
            <a:custGeom>
              <a:avLst/>
              <a:gdLst/>
              <a:ahLst/>
              <a:cxnLst/>
              <a:rect l="l" t="t" r="r" b="b"/>
              <a:pathLst>
                <a:path w="12914" h="20485" extrusionOk="0">
                  <a:moveTo>
                    <a:pt x="12914" y="1"/>
                  </a:moveTo>
                  <a:lnTo>
                    <a:pt x="1" y="10243"/>
                  </a:lnTo>
                  <a:lnTo>
                    <a:pt x="12914" y="20485"/>
                  </a:lnTo>
                  <a:lnTo>
                    <a:pt x="1291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1763725" y="1903150"/>
              <a:ext cx="575550" cy="752650"/>
            </a:xfrm>
            <a:custGeom>
              <a:avLst/>
              <a:gdLst/>
              <a:ahLst/>
              <a:cxnLst/>
              <a:rect l="l" t="t" r="r" b="b"/>
              <a:pathLst>
                <a:path w="23022" h="30106" extrusionOk="0">
                  <a:moveTo>
                    <a:pt x="1" y="1"/>
                  </a:moveTo>
                  <a:lnTo>
                    <a:pt x="1" y="30105"/>
                  </a:lnTo>
                  <a:lnTo>
                    <a:pt x="23022" y="30105"/>
                  </a:lnTo>
                  <a:lnTo>
                    <a:pt x="23022" y="4834"/>
                  </a:lnTo>
                  <a:lnTo>
                    <a:pt x="1818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30"/>
            <p:cNvSpPr/>
            <p:nvPr/>
          </p:nvSpPr>
          <p:spPr>
            <a:xfrm>
              <a:off x="1713850" y="1853250"/>
              <a:ext cx="575550" cy="752675"/>
            </a:xfrm>
            <a:custGeom>
              <a:avLst/>
              <a:gdLst/>
              <a:ahLst/>
              <a:cxnLst/>
              <a:rect l="l" t="t" r="r" b="b"/>
              <a:pathLst>
                <a:path w="23022" h="30107" extrusionOk="0">
                  <a:moveTo>
                    <a:pt x="1" y="1"/>
                  </a:moveTo>
                  <a:lnTo>
                    <a:pt x="1" y="30106"/>
                  </a:lnTo>
                  <a:lnTo>
                    <a:pt x="23022" y="30106"/>
                  </a:lnTo>
                  <a:lnTo>
                    <a:pt x="23022" y="4835"/>
                  </a:lnTo>
                  <a:lnTo>
                    <a:pt x="181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30"/>
            <p:cNvSpPr/>
            <p:nvPr/>
          </p:nvSpPr>
          <p:spPr>
            <a:xfrm>
              <a:off x="2168525" y="1853250"/>
              <a:ext cx="120875" cy="120900"/>
            </a:xfrm>
            <a:custGeom>
              <a:avLst/>
              <a:gdLst/>
              <a:ahLst/>
              <a:cxnLst/>
              <a:rect l="l" t="t" r="r" b="b"/>
              <a:pathLst>
                <a:path w="4835" h="4836" extrusionOk="0">
                  <a:moveTo>
                    <a:pt x="1" y="1"/>
                  </a:moveTo>
                  <a:lnTo>
                    <a:pt x="1" y="4835"/>
                  </a:lnTo>
                  <a:lnTo>
                    <a:pt x="4835" y="48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30"/>
            <p:cNvSpPr/>
            <p:nvPr/>
          </p:nvSpPr>
          <p:spPr>
            <a:xfrm>
              <a:off x="1763725" y="1900425"/>
              <a:ext cx="244900" cy="26575"/>
            </a:xfrm>
            <a:custGeom>
              <a:avLst/>
              <a:gdLst/>
              <a:ahLst/>
              <a:cxnLst/>
              <a:rect l="l" t="t" r="r" b="b"/>
              <a:pathLst>
                <a:path w="9796" h="1063" extrusionOk="0">
                  <a:moveTo>
                    <a:pt x="1" y="0"/>
                  </a:moveTo>
                  <a:lnTo>
                    <a:pt x="1" y="1063"/>
                  </a:lnTo>
                  <a:lnTo>
                    <a:pt x="9796" y="1063"/>
                  </a:lnTo>
                  <a:lnTo>
                    <a:pt x="97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30"/>
            <p:cNvSpPr/>
            <p:nvPr/>
          </p:nvSpPr>
          <p:spPr>
            <a:xfrm>
              <a:off x="1763725" y="1955375"/>
              <a:ext cx="156600" cy="26600"/>
            </a:xfrm>
            <a:custGeom>
              <a:avLst/>
              <a:gdLst/>
              <a:ahLst/>
              <a:cxnLst/>
              <a:rect l="l" t="t" r="r" b="b"/>
              <a:pathLst>
                <a:path w="6264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6264" y="1063"/>
                  </a:lnTo>
                  <a:lnTo>
                    <a:pt x="626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30"/>
            <p:cNvSpPr/>
            <p:nvPr/>
          </p:nvSpPr>
          <p:spPr>
            <a:xfrm>
              <a:off x="1763725" y="2052775"/>
              <a:ext cx="475775" cy="26600"/>
            </a:xfrm>
            <a:custGeom>
              <a:avLst/>
              <a:gdLst/>
              <a:ahLst/>
              <a:cxnLst/>
              <a:rect l="l" t="t" r="r" b="b"/>
              <a:pathLst>
                <a:path w="19031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30"/>
            <p:cNvSpPr/>
            <p:nvPr/>
          </p:nvSpPr>
          <p:spPr>
            <a:xfrm>
              <a:off x="1763725" y="2128050"/>
              <a:ext cx="475775" cy="26575"/>
            </a:xfrm>
            <a:custGeom>
              <a:avLst/>
              <a:gdLst/>
              <a:ahLst/>
              <a:cxnLst/>
              <a:rect l="l" t="t" r="r" b="b"/>
              <a:pathLst>
                <a:path w="19031" h="1063" extrusionOk="0">
                  <a:moveTo>
                    <a:pt x="1" y="0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1763725" y="2203300"/>
              <a:ext cx="475775" cy="26575"/>
            </a:xfrm>
            <a:custGeom>
              <a:avLst/>
              <a:gdLst/>
              <a:ahLst/>
              <a:cxnLst/>
              <a:rect l="l" t="t" r="r" b="b"/>
              <a:pathLst>
                <a:path w="19031" h="1063" extrusionOk="0">
                  <a:moveTo>
                    <a:pt x="1" y="0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30"/>
            <p:cNvSpPr/>
            <p:nvPr/>
          </p:nvSpPr>
          <p:spPr>
            <a:xfrm>
              <a:off x="1763725" y="2278550"/>
              <a:ext cx="475775" cy="26600"/>
            </a:xfrm>
            <a:custGeom>
              <a:avLst/>
              <a:gdLst/>
              <a:ahLst/>
              <a:cxnLst/>
              <a:rect l="l" t="t" r="r" b="b"/>
              <a:pathLst>
                <a:path w="19031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30"/>
            <p:cNvSpPr/>
            <p:nvPr/>
          </p:nvSpPr>
          <p:spPr>
            <a:xfrm>
              <a:off x="1763725" y="2353850"/>
              <a:ext cx="475775" cy="26600"/>
            </a:xfrm>
            <a:custGeom>
              <a:avLst/>
              <a:gdLst/>
              <a:ahLst/>
              <a:cxnLst/>
              <a:rect l="l" t="t" r="r" b="b"/>
              <a:pathLst>
                <a:path w="19031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1763725" y="2429100"/>
              <a:ext cx="475775" cy="26600"/>
            </a:xfrm>
            <a:custGeom>
              <a:avLst/>
              <a:gdLst/>
              <a:ahLst/>
              <a:cxnLst/>
              <a:rect l="l" t="t" r="r" b="b"/>
              <a:pathLst>
                <a:path w="19031" h="1064" extrusionOk="0">
                  <a:moveTo>
                    <a:pt x="1" y="1"/>
                  </a:moveTo>
                  <a:lnTo>
                    <a:pt x="1" y="1063"/>
                  </a:lnTo>
                  <a:lnTo>
                    <a:pt x="19031" y="1063"/>
                  </a:lnTo>
                  <a:lnTo>
                    <a:pt x="190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30"/>
            <p:cNvSpPr/>
            <p:nvPr/>
          </p:nvSpPr>
          <p:spPr>
            <a:xfrm>
              <a:off x="1763725" y="2504350"/>
              <a:ext cx="274900" cy="26575"/>
            </a:xfrm>
            <a:custGeom>
              <a:avLst/>
              <a:gdLst/>
              <a:ahLst/>
              <a:cxnLst/>
              <a:rect l="l" t="t" r="r" b="b"/>
              <a:pathLst>
                <a:path w="10996" h="1063" extrusionOk="0">
                  <a:moveTo>
                    <a:pt x="1" y="0"/>
                  </a:moveTo>
                  <a:lnTo>
                    <a:pt x="1" y="1063"/>
                  </a:lnTo>
                  <a:lnTo>
                    <a:pt x="10996" y="1063"/>
                  </a:lnTo>
                  <a:lnTo>
                    <a:pt x="109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0"/>
            <p:cNvSpPr/>
            <p:nvPr/>
          </p:nvSpPr>
          <p:spPr>
            <a:xfrm>
              <a:off x="2275850" y="264375"/>
              <a:ext cx="702625" cy="600125"/>
            </a:xfrm>
            <a:custGeom>
              <a:avLst/>
              <a:gdLst/>
              <a:ahLst/>
              <a:cxnLst/>
              <a:rect l="l" t="t" r="r" b="b"/>
              <a:pathLst>
                <a:path w="28105" h="24005" extrusionOk="0">
                  <a:moveTo>
                    <a:pt x="2052" y="0"/>
                  </a:moveTo>
                  <a:cubicBezTo>
                    <a:pt x="919" y="0"/>
                    <a:pt x="1" y="918"/>
                    <a:pt x="1" y="2052"/>
                  </a:cubicBezTo>
                  <a:lnTo>
                    <a:pt x="1" y="15485"/>
                  </a:lnTo>
                  <a:cubicBezTo>
                    <a:pt x="1" y="16619"/>
                    <a:pt x="919" y="17537"/>
                    <a:pt x="2052" y="17537"/>
                  </a:cubicBezTo>
                  <a:lnTo>
                    <a:pt x="18239" y="17537"/>
                  </a:lnTo>
                  <a:lnTo>
                    <a:pt x="24707" y="24004"/>
                  </a:lnTo>
                  <a:lnTo>
                    <a:pt x="24707" y="17537"/>
                  </a:lnTo>
                  <a:lnTo>
                    <a:pt x="26053" y="17537"/>
                  </a:lnTo>
                  <a:cubicBezTo>
                    <a:pt x="27185" y="17537"/>
                    <a:pt x="28103" y="16619"/>
                    <a:pt x="28103" y="15485"/>
                  </a:cubicBezTo>
                  <a:lnTo>
                    <a:pt x="28103" y="2052"/>
                  </a:lnTo>
                  <a:cubicBezTo>
                    <a:pt x="28104" y="918"/>
                    <a:pt x="27185" y="0"/>
                    <a:pt x="260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30"/>
            <p:cNvSpPr/>
            <p:nvPr/>
          </p:nvSpPr>
          <p:spPr>
            <a:xfrm>
              <a:off x="2337200" y="341000"/>
              <a:ext cx="581250" cy="28825"/>
            </a:xfrm>
            <a:custGeom>
              <a:avLst/>
              <a:gdLst/>
              <a:ahLst/>
              <a:cxnLst/>
              <a:rect l="l" t="t" r="r" b="b"/>
              <a:pathLst>
                <a:path w="23250" h="1153" extrusionOk="0">
                  <a:moveTo>
                    <a:pt x="1" y="0"/>
                  </a:moveTo>
                  <a:lnTo>
                    <a:pt x="1" y="1153"/>
                  </a:lnTo>
                  <a:lnTo>
                    <a:pt x="23249" y="1153"/>
                  </a:lnTo>
                  <a:lnTo>
                    <a:pt x="23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30"/>
            <p:cNvSpPr/>
            <p:nvPr/>
          </p:nvSpPr>
          <p:spPr>
            <a:xfrm>
              <a:off x="2337200" y="401050"/>
              <a:ext cx="581250" cy="28850"/>
            </a:xfrm>
            <a:custGeom>
              <a:avLst/>
              <a:gdLst/>
              <a:ahLst/>
              <a:cxnLst/>
              <a:rect l="l" t="t" r="r" b="b"/>
              <a:pathLst>
                <a:path w="23250" h="1154" extrusionOk="0">
                  <a:moveTo>
                    <a:pt x="1" y="0"/>
                  </a:moveTo>
                  <a:lnTo>
                    <a:pt x="1" y="1153"/>
                  </a:lnTo>
                  <a:lnTo>
                    <a:pt x="23249" y="1153"/>
                  </a:lnTo>
                  <a:lnTo>
                    <a:pt x="23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0"/>
            <p:cNvSpPr/>
            <p:nvPr/>
          </p:nvSpPr>
          <p:spPr>
            <a:xfrm>
              <a:off x="2337200" y="461100"/>
              <a:ext cx="581250" cy="28875"/>
            </a:xfrm>
            <a:custGeom>
              <a:avLst/>
              <a:gdLst/>
              <a:ahLst/>
              <a:cxnLst/>
              <a:rect l="l" t="t" r="r" b="b"/>
              <a:pathLst>
                <a:path w="23250" h="1155" extrusionOk="0">
                  <a:moveTo>
                    <a:pt x="1" y="0"/>
                  </a:moveTo>
                  <a:lnTo>
                    <a:pt x="1" y="1154"/>
                  </a:lnTo>
                  <a:lnTo>
                    <a:pt x="23249" y="1154"/>
                  </a:lnTo>
                  <a:lnTo>
                    <a:pt x="2324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30"/>
            <p:cNvSpPr/>
            <p:nvPr/>
          </p:nvSpPr>
          <p:spPr>
            <a:xfrm>
              <a:off x="2337200" y="521175"/>
              <a:ext cx="581250" cy="28850"/>
            </a:xfrm>
            <a:custGeom>
              <a:avLst/>
              <a:gdLst/>
              <a:ahLst/>
              <a:cxnLst/>
              <a:rect l="l" t="t" r="r" b="b"/>
              <a:pathLst>
                <a:path w="23250" h="1154" extrusionOk="0">
                  <a:moveTo>
                    <a:pt x="1" y="1"/>
                  </a:moveTo>
                  <a:lnTo>
                    <a:pt x="1" y="1153"/>
                  </a:lnTo>
                  <a:lnTo>
                    <a:pt x="23249" y="1153"/>
                  </a:lnTo>
                  <a:lnTo>
                    <a:pt x="2324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2337200" y="581225"/>
              <a:ext cx="290625" cy="28850"/>
            </a:xfrm>
            <a:custGeom>
              <a:avLst/>
              <a:gdLst/>
              <a:ahLst/>
              <a:cxnLst/>
              <a:rect l="l" t="t" r="r" b="b"/>
              <a:pathLst>
                <a:path w="11625" h="1154" extrusionOk="0">
                  <a:moveTo>
                    <a:pt x="1" y="1"/>
                  </a:moveTo>
                  <a:lnTo>
                    <a:pt x="1" y="1154"/>
                  </a:lnTo>
                  <a:lnTo>
                    <a:pt x="11625" y="1154"/>
                  </a:lnTo>
                  <a:lnTo>
                    <a:pt x="1162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30"/>
            <p:cNvSpPr/>
            <p:nvPr/>
          </p:nvSpPr>
          <p:spPr>
            <a:xfrm>
              <a:off x="5549575" y="2338200"/>
              <a:ext cx="724525" cy="485125"/>
            </a:xfrm>
            <a:custGeom>
              <a:avLst/>
              <a:gdLst/>
              <a:ahLst/>
              <a:cxnLst/>
              <a:rect l="l" t="t" r="r" b="b"/>
              <a:pathLst>
                <a:path w="28981" h="19405" extrusionOk="0">
                  <a:moveTo>
                    <a:pt x="2657" y="0"/>
                  </a:moveTo>
                  <a:cubicBezTo>
                    <a:pt x="1189" y="0"/>
                    <a:pt x="0" y="1189"/>
                    <a:pt x="0" y="2656"/>
                  </a:cubicBezTo>
                  <a:lnTo>
                    <a:pt x="0" y="16748"/>
                  </a:lnTo>
                  <a:cubicBezTo>
                    <a:pt x="0" y="18216"/>
                    <a:pt x="1189" y="19405"/>
                    <a:pt x="2657" y="19405"/>
                  </a:cubicBezTo>
                  <a:lnTo>
                    <a:pt x="26325" y="19405"/>
                  </a:lnTo>
                  <a:cubicBezTo>
                    <a:pt x="27791" y="19405"/>
                    <a:pt x="28981" y="18216"/>
                    <a:pt x="28981" y="16748"/>
                  </a:cubicBezTo>
                  <a:lnTo>
                    <a:pt x="28981" y="2656"/>
                  </a:lnTo>
                  <a:cubicBezTo>
                    <a:pt x="28981" y="1189"/>
                    <a:pt x="27791" y="0"/>
                    <a:pt x="263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30"/>
            <p:cNvSpPr/>
            <p:nvPr/>
          </p:nvSpPr>
          <p:spPr>
            <a:xfrm>
              <a:off x="5489925" y="2278500"/>
              <a:ext cx="724500" cy="350525"/>
            </a:xfrm>
            <a:custGeom>
              <a:avLst/>
              <a:gdLst/>
              <a:ahLst/>
              <a:cxnLst/>
              <a:rect l="l" t="t" r="r" b="b"/>
              <a:pathLst>
                <a:path w="28980" h="14021" extrusionOk="0">
                  <a:moveTo>
                    <a:pt x="2656" y="0"/>
                  </a:moveTo>
                  <a:cubicBezTo>
                    <a:pt x="1189" y="0"/>
                    <a:pt x="0" y="1189"/>
                    <a:pt x="0" y="2657"/>
                  </a:cubicBezTo>
                  <a:lnTo>
                    <a:pt x="0" y="12904"/>
                  </a:lnTo>
                  <a:lnTo>
                    <a:pt x="5734" y="7169"/>
                  </a:lnTo>
                  <a:cubicBezTo>
                    <a:pt x="6365" y="6539"/>
                    <a:pt x="7192" y="6223"/>
                    <a:pt x="8018" y="6223"/>
                  </a:cubicBezTo>
                  <a:cubicBezTo>
                    <a:pt x="8845" y="6223"/>
                    <a:pt x="9671" y="6539"/>
                    <a:pt x="10301" y="7169"/>
                  </a:cubicBezTo>
                  <a:lnTo>
                    <a:pt x="15098" y="11965"/>
                  </a:lnTo>
                  <a:cubicBezTo>
                    <a:pt x="15729" y="12596"/>
                    <a:pt x="16555" y="12911"/>
                    <a:pt x="17381" y="12911"/>
                  </a:cubicBezTo>
                  <a:cubicBezTo>
                    <a:pt x="18208" y="12911"/>
                    <a:pt x="19034" y="12596"/>
                    <a:pt x="19665" y="11965"/>
                  </a:cubicBezTo>
                  <a:lnTo>
                    <a:pt x="21010" y="10620"/>
                  </a:lnTo>
                  <a:cubicBezTo>
                    <a:pt x="21641" y="9989"/>
                    <a:pt x="22468" y="9674"/>
                    <a:pt x="23294" y="9674"/>
                  </a:cubicBezTo>
                  <a:cubicBezTo>
                    <a:pt x="24121" y="9674"/>
                    <a:pt x="24948" y="9989"/>
                    <a:pt x="25578" y="10620"/>
                  </a:cubicBezTo>
                  <a:lnTo>
                    <a:pt x="28979" y="14020"/>
                  </a:lnTo>
                  <a:lnTo>
                    <a:pt x="28979" y="2657"/>
                  </a:lnTo>
                  <a:cubicBezTo>
                    <a:pt x="28979" y="1189"/>
                    <a:pt x="27790" y="0"/>
                    <a:pt x="26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0"/>
            <p:cNvSpPr/>
            <p:nvPr/>
          </p:nvSpPr>
          <p:spPr>
            <a:xfrm>
              <a:off x="5489925" y="2434075"/>
              <a:ext cx="724500" cy="329575"/>
            </a:xfrm>
            <a:custGeom>
              <a:avLst/>
              <a:gdLst/>
              <a:ahLst/>
              <a:cxnLst/>
              <a:rect l="l" t="t" r="r" b="b"/>
              <a:pathLst>
                <a:path w="28980" h="13183" extrusionOk="0">
                  <a:moveTo>
                    <a:pt x="8018" y="0"/>
                  </a:moveTo>
                  <a:cubicBezTo>
                    <a:pt x="7192" y="0"/>
                    <a:pt x="6365" y="316"/>
                    <a:pt x="5734" y="946"/>
                  </a:cubicBezTo>
                  <a:lnTo>
                    <a:pt x="0" y="6681"/>
                  </a:lnTo>
                  <a:lnTo>
                    <a:pt x="0" y="10526"/>
                  </a:lnTo>
                  <a:cubicBezTo>
                    <a:pt x="0" y="11993"/>
                    <a:pt x="1189" y="13182"/>
                    <a:pt x="2656" y="13182"/>
                  </a:cubicBezTo>
                  <a:lnTo>
                    <a:pt x="26323" y="13182"/>
                  </a:lnTo>
                  <a:cubicBezTo>
                    <a:pt x="27790" y="13182"/>
                    <a:pt x="28979" y="11993"/>
                    <a:pt x="28979" y="10526"/>
                  </a:cubicBezTo>
                  <a:lnTo>
                    <a:pt x="28979" y="7797"/>
                  </a:lnTo>
                  <a:lnTo>
                    <a:pt x="25578" y="4397"/>
                  </a:lnTo>
                  <a:cubicBezTo>
                    <a:pt x="24948" y="3766"/>
                    <a:pt x="24121" y="3451"/>
                    <a:pt x="23294" y="3451"/>
                  </a:cubicBezTo>
                  <a:cubicBezTo>
                    <a:pt x="22468" y="3451"/>
                    <a:pt x="21641" y="3766"/>
                    <a:pt x="21010" y="4397"/>
                  </a:cubicBezTo>
                  <a:lnTo>
                    <a:pt x="19665" y="5742"/>
                  </a:lnTo>
                  <a:cubicBezTo>
                    <a:pt x="19034" y="6373"/>
                    <a:pt x="18208" y="6688"/>
                    <a:pt x="17381" y="6688"/>
                  </a:cubicBezTo>
                  <a:cubicBezTo>
                    <a:pt x="16555" y="6688"/>
                    <a:pt x="15729" y="6373"/>
                    <a:pt x="15098" y="5742"/>
                  </a:cubicBezTo>
                  <a:lnTo>
                    <a:pt x="10301" y="946"/>
                  </a:lnTo>
                  <a:cubicBezTo>
                    <a:pt x="9671" y="316"/>
                    <a:pt x="8845" y="0"/>
                    <a:pt x="80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0"/>
            <p:cNvSpPr/>
            <p:nvPr/>
          </p:nvSpPr>
          <p:spPr>
            <a:xfrm>
              <a:off x="5947450" y="2324400"/>
              <a:ext cx="134475" cy="129375"/>
            </a:xfrm>
            <a:custGeom>
              <a:avLst/>
              <a:gdLst/>
              <a:ahLst/>
              <a:cxnLst/>
              <a:rect l="l" t="t" r="r" b="b"/>
              <a:pathLst>
                <a:path w="5379" h="5175" extrusionOk="0">
                  <a:moveTo>
                    <a:pt x="2791" y="0"/>
                  </a:moveTo>
                  <a:cubicBezTo>
                    <a:pt x="1744" y="0"/>
                    <a:pt x="801" y="630"/>
                    <a:pt x="401" y="1598"/>
                  </a:cubicBezTo>
                  <a:cubicBezTo>
                    <a:pt x="0" y="2564"/>
                    <a:pt x="222" y="3677"/>
                    <a:pt x="961" y="4417"/>
                  </a:cubicBezTo>
                  <a:cubicBezTo>
                    <a:pt x="1457" y="4912"/>
                    <a:pt x="2118" y="5175"/>
                    <a:pt x="2792" y="5175"/>
                  </a:cubicBezTo>
                  <a:cubicBezTo>
                    <a:pt x="3125" y="5175"/>
                    <a:pt x="3461" y="5110"/>
                    <a:pt x="3782" y="4978"/>
                  </a:cubicBezTo>
                  <a:cubicBezTo>
                    <a:pt x="4748" y="4577"/>
                    <a:pt x="5379" y="3634"/>
                    <a:pt x="5379" y="2588"/>
                  </a:cubicBezTo>
                  <a:cubicBezTo>
                    <a:pt x="5378" y="1159"/>
                    <a:pt x="4220" y="0"/>
                    <a:pt x="27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7C6F76C-5EEB-16F5-2B47-42A8FE9F97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6474" b="34257"/>
          <a:stretch>
            <a:fillRect/>
          </a:stretch>
        </p:blipFill>
        <p:spPr>
          <a:xfrm>
            <a:off x="479023" y="503668"/>
            <a:ext cx="3242940" cy="9492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126130-4DB2-DC1B-04C6-25A5D70AA581}"/>
              </a:ext>
            </a:extLst>
          </p:cNvPr>
          <p:cNvSpPr txBox="1"/>
          <p:nvPr/>
        </p:nvSpPr>
        <p:spPr>
          <a:xfrm>
            <a:off x="1003423" y="2413831"/>
            <a:ext cx="4070465" cy="2616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100" i="1" dirty="0">
                <a:solidFill>
                  <a:srgbClr val="E23744"/>
                </a:solidFill>
                <a:ea typeface="+mn-lt"/>
                <a:cs typeface="+mn-lt"/>
              </a:rPr>
              <a:t>Exploring Restaurant Trends Across Countries and Cities</a:t>
            </a:r>
            <a:endParaRPr lang="en-US" sz="1100" i="1" dirty="0">
              <a:solidFill>
                <a:srgbClr val="E2374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6313D9-D4FB-FBEF-FA6A-D9FFBA3A04CB}"/>
              </a:ext>
            </a:extLst>
          </p:cNvPr>
          <p:cNvSpPr txBox="1"/>
          <p:nvPr/>
        </p:nvSpPr>
        <p:spPr>
          <a:xfrm>
            <a:off x="461958" y="3839943"/>
            <a:ext cx="2092297" cy="559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1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just">
              <a:lnSpc>
                <a:spcPct val="150000"/>
              </a:lnSpc>
              <a:buClr>
                <a:srgbClr val="E23744"/>
              </a:buClr>
            </a:pPr>
            <a:r>
              <a:rPr lang="en-US" sz="105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Arshin Akram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>
            <a:spLocks noGrp="1"/>
          </p:cNvSpPr>
          <p:nvPr>
            <p:ph type="title"/>
          </p:nvPr>
        </p:nvSpPr>
        <p:spPr>
          <a:xfrm>
            <a:off x="1089162" y="1815551"/>
            <a:ext cx="1601821" cy="37183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Google Shape;266;p32"/>
          <p:cNvSpPr txBox="1">
            <a:spLocks noGrp="1"/>
          </p:cNvSpPr>
          <p:nvPr>
            <p:ph type="title" idx="2"/>
          </p:nvPr>
        </p:nvSpPr>
        <p:spPr>
          <a:xfrm>
            <a:off x="3616763" y="1844307"/>
            <a:ext cx="2005617" cy="6239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&amp; Dataset Overview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8" name="Google Shape;268;p32"/>
          <p:cNvSpPr txBox="1">
            <a:spLocks noGrp="1"/>
          </p:cNvSpPr>
          <p:nvPr>
            <p:ph type="title" idx="4"/>
          </p:nvPr>
        </p:nvSpPr>
        <p:spPr>
          <a:xfrm>
            <a:off x="6261193" y="1791697"/>
            <a:ext cx="1601821" cy="3771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0" name="Google Shape;270;p32"/>
          <p:cNvSpPr/>
          <p:nvPr/>
        </p:nvSpPr>
        <p:spPr>
          <a:xfrm>
            <a:off x="1319572" y="524992"/>
            <a:ext cx="1148521" cy="12202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2"/>
          <p:cNvSpPr/>
          <p:nvPr/>
        </p:nvSpPr>
        <p:spPr>
          <a:xfrm>
            <a:off x="4031530" y="501598"/>
            <a:ext cx="1148521" cy="12202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32"/>
          <p:cNvSpPr/>
          <p:nvPr/>
        </p:nvSpPr>
        <p:spPr>
          <a:xfrm>
            <a:off x="6472140" y="500576"/>
            <a:ext cx="1148521" cy="12202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2"/>
          <p:cNvSpPr/>
          <p:nvPr/>
        </p:nvSpPr>
        <p:spPr>
          <a:xfrm>
            <a:off x="1370943" y="2811863"/>
            <a:ext cx="1148521" cy="12202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32"/>
          <p:cNvSpPr txBox="1">
            <a:spLocks noGrp="1"/>
          </p:cNvSpPr>
          <p:nvPr>
            <p:ph type="title" idx="6"/>
          </p:nvPr>
        </p:nvSpPr>
        <p:spPr>
          <a:xfrm>
            <a:off x="1159986" y="4073499"/>
            <a:ext cx="1601821" cy="6433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Generated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title" idx="8"/>
          </p:nvPr>
        </p:nvSpPr>
        <p:spPr>
          <a:xfrm>
            <a:off x="887263" y="785311"/>
            <a:ext cx="2005618" cy="12954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CF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dirty="0">
              <a:solidFill>
                <a:srgbClr val="ECF8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7" name="Google Shape;277;p32"/>
          <p:cNvSpPr txBox="1">
            <a:spLocks noGrp="1"/>
          </p:cNvSpPr>
          <p:nvPr>
            <p:ph type="title" idx="9"/>
          </p:nvPr>
        </p:nvSpPr>
        <p:spPr>
          <a:xfrm>
            <a:off x="3616762" y="782287"/>
            <a:ext cx="2005618" cy="12954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CF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dirty="0">
              <a:solidFill>
                <a:srgbClr val="ECF8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" name="Google Shape;278;p32"/>
          <p:cNvSpPr txBox="1">
            <a:spLocks noGrp="1"/>
          </p:cNvSpPr>
          <p:nvPr>
            <p:ph type="title" idx="13"/>
          </p:nvPr>
        </p:nvSpPr>
        <p:spPr>
          <a:xfrm>
            <a:off x="6059295" y="781265"/>
            <a:ext cx="2005618" cy="12954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CF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dirty="0">
              <a:solidFill>
                <a:srgbClr val="ECF8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9" name="Google Shape;279;p32"/>
          <p:cNvSpPr txBox="1">
            <a:spLocks noGrp="1"/>
          </p:cNvSpPr>
          <p:nvPr>
            <p:ph type="title" idx="14"/>
          </p:nvPr>
        </p:nvSpPr>
        <p:spPr>
          <a:xfrm>
            <a:off x="958088" y="3092552"/>
            <a:ext cx="2005618" cy="129543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CF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dirty="0">
              <a:solidFill>
                <a:srgbClr val="ECF8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270;p32">
            <a:extLst>
              <a:ext uri="{FF2B5EF4-FFF2-40B4-BE49-F238E27FC236}">
                <a16:creationId xmlns:a16="http://schemas.microsoft.com/office/drawing/2014/main" id="{C10997ED-31E8-6F8E-163A-73548CEBB6AC}"/>
              </a:ext>
            </a:extLst>
          </p:cNvPr>
          <p:cNvSpPr/>
          <p:nvPr/>
        </p:nvSpPr>
        <p:spPr>
          <a:xfrm>
            <a:off x="4046081" y="2811863"/>
            <a:ext cx="1148521" cy="122027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76;p32">
            <a:extLst>
              <a:ext uri="{FF2B5EF4-FFF2-40B4-BE49-F238E27FC236}">
                <a16:creationId xmlns:a16="http://schemas.microsoft.com/office/drawing/2014/main" id="{5BC72346-BD82-1987-0915-362A6345C7E6}"/>
              </a:ext>
            </a:extLst>
          </p:cNvPr>
          <p:cNvSpPr txBox="1">
            <a:spLocks/>
          </p:cNvSpPr>
          <p:nvPr/>
        </p:nvSpPr>
        <p:spPr>
          <a:xfrm>
            <a:off x="3616762" y="3059849"/>
            <a:ext cx="2005618" cy="1295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rgbClr val="FFFAEA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r>
              <a:rPr lang="en" dirty="0">
                <a:solidFill>
                  <a:srgbClr val="ECF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13" name="Google Shape;270;p32">
            <a:extLst>
              <a:ext uri="{FF2B5EF4-FFF2-40B4-BE49-F238E27FC236}">
                <a16:creationId xmlns:a16="http://schemas.microsoft.com/office/drawing/2014/main" id="{70800527-2710-D47E-1B53-C6805E25F12C}"/>
              </a:ext>
            </a:extLst>
          </p:cNvPr>
          <p:cNvSpPr/>
          <p:nvPr/>
        </p:nvSpPr>
        <p:spPr>
          <a:xfrm>
            <a:off x="6543446" y="2797269"/>
            <a:ext cx="1148521" cy="12300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276;p32">
            <a:extLst>
              <a:ext uri="{FF2B5EF4-FFF2-40B4-BE49-F238E27FC236}">
                <a16:creationId xmlns:a16="http://schemas.microsoft.com/office/drawing/2014/main" id="{7F0F7D77-7730-387C-7D5A-D58275EAB2BA}"/>
              </a:ext>
            </a:extLst>
          </p:cNvPr>
          <p:cNvSpPr txBox="1">
            <a:spLocks/>
          </p:cNvSpPr>
          <p:nvPr/>
        </p:nvSpPr>
        <p:spPr>
          <a:xfrm>
            <a:off x="6114127" y="3055076"/>
            <a:ext cx="2005618" cy="1295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rgbClr val="FFFAEA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Advent Pro"/>
              <a:buNone/>
              <a:defRPr sz="8000" b="1" i="0" u="none" strike="noStrike" cap="none">
                <a:solidFill>
                  <a:schemeClr val="dk2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r>
              <a:rPr lang="en" dirty="0">
                <a:solidFill>
                  <a:srgbClr val="ECF8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15" name="Google Shape;264;p32">
            <a:extLst>
              <a:ext uri="{FF2B5EF4-FFF2-40B4-BE49-F238E27FC236}">
                <a16:creationId xmlns:a16="http://schemas.microsoft.com/office/drawing/2014/main" id="{B0D1D6C7-B54E-E076-DCC1-68B8B9132A58}"/>
              </a:ext>
            </a:extLst>
          </p:cNvPr>
          <p:cNvSpPr txBox="1">
            <a:spLocks/>
          </p:cNvSpPr>
          <p:nvPr/>
        </p:nvSpPr>
        <p:spPr>
          <a:xfrm>
            <a:off x="3828191" y="4363246"/>
            <a:ext cx="1601821" cy="475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Outcomes</a:t>
            </a:r>
          </a:p>
        </p:txBody>
      </p:sp>
      <p:sp>
        <p:nvSpPr>
          <p:cNvPr id="16" name="Google Shape;264;p32">
            <a:extLst>
              <a:ext uri="{FF2B5EF4-FFF2-40B4-BE49-F238E27FC236}">
                <a16:creationId xmlns:a16="http://schemas.microsoft.com/office/drawing/2014/main" id="{4B0FFC51-BD72-4868-E12B-5CE28C3153AD}"/>
              </a:ext>
            </a:extLst>
          </p:cNvPr>
          <p:cNvSpPr txBox="1">
            <a:spLocks/>
          </p:cNvSpPr>
          <p:nvPr/>
        </p:nvSpPr>
        <p:spPr>
          <a:xfrm>
            <a:off x="6128653" y="4335080"/>
            <a:ext cx="2128084" cy="475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200"/>
              <a:buFont typeface="Advent Pro"/>
              <a:buNone/>
              <a:defRPr sz="2200" b="1" i="0" u="none" strike="noStrike" cap="none">
                <a:solidFill>
                  <a:schemeClr val="accent6"/>
                </a:solidFill>
                <a:latin typeface="Advent Pro"/>
                <a:ea typeface="Advent Pro"/>
                <a:cs typeface="Advent Pro"/>
                <a:sym typeface="Advent Pro"/>
              </a:defRPr>
            </a:lvl9pPr>
          </a:lstStyle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Drawbacks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" name="Google Shape;286;p33"/>
          <p:cNvSpPr txBox="1">
            <a:spLocks noGrp="1"/>
          </p:cNvSpPr>
          <p:nvPr>
            <p:ph type="body" idx="1"/>
          </p:nvPr>
        </p:nvSpPr>
        <p:spPr>
          <a:xfrm>
            <a:off x="796050" y="1617599"/>
            <a:ext cx="7551900" cy="23700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Zomato Analytics examines key operational and customer-experience patterns within the restaurant listings available on Zomato.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convert raw restaurant and location data into </a:t>
            </a:r>
            <a:r>
              <a:rPr lang="en-US" sz="14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 </a:t>
            </a:r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help understand </a:t>
            </a:r>
            <a:r>
              <a:rPr lang="en-US" sz="14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distribution</a:t>
            </a:r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behavior</a:t>
            </a:r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preferences</a:t>
            </a:r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400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performance</a:t>
            </a:r>
            <a:r>
              <a:rPr lang="en-US" sz="1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countries and cities.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35104AD2-51CB-563A-7F1C-2B7F01DF0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C4A383F6-373B-D78B-86F1-EF4CD2C816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78173B-9912-91F3-AB22-786D7AF83974}"/>
              </a:ext>
            </a:extLst>
          </p:cNvPr>
          <p:cNvSpPr txBox="1"/>
          <p:nvPr/>
        </p:nvSpPr>
        <p:spPr>
          <a:xfrm>
            <a:off x="796050" y="1408681"/>
            <a:ext cx="7551900" cy="23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create a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calendar table 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dirty="0" err="1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Datekey_Opening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year, quarter and month-wise analysis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standardize pricing 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converting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Cost for Two 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forming pricing buckets.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analyse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distribution and performance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cities, countries, cuisines and ratings.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identify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trends in restaurant openings 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 time periods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design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visualization-ready KPIs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support </a:t>
            </a:r>
            <a:r>
              <a:rPr lang="en-IN" b="1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 decisions</a:t>
            </a:r>
            <a:r>
              <a:rPr lang="en-IN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492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FE91E7F4-990B-3AF7-65AA-DC8D21C3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57EFD825-3E1B-89CE-9897-6DFE5E4DB3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686B0-ACF3-8F4B-A489-06A4EC7786C9}"/>
              </a:ext>
            </a:extLst>
          </p:cNvPr>
          <p:cNvSpPr txBox="1"/>
          <p:nvPr/>
        </p:nvSpPr>
        <p:spPr>
          <a:xfrm>
            <a:off x="640055" y="1356497"/>
            <a:ext cx="7863889" cy="34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restaurant-level information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 from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countries and cities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detailed view of restaurant operations, pricing and customer feedback.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Fields: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Metadata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Name, City, Country, Address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Attributes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Has_Table_Booking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Has_Online_Delivery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Price_Range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&amp; Pricing Details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Average Cost for Two (in local currency)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Sentiment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Aggregate Ratings, Votes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Information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Primary Cuisine Categories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Attribute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Datekey_Opening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(used for Calendar Table creation)</a:t>
            </a:r>
          </a:p>
        </p:txBody>
      </p:sp>
    </p:spTree>
    <p:extLst>
      <p:ext uri="{BB962C8B-B14F-4D97-AF65-F5344CB8AC3E}">
        <p14:creationId xmlns:p14="http://schemas.microsoft.com/office/powerpoint/2010/main" val="1879713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Excel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A6AF3C-DC9A-79AA-6609-132E9C8579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8" t="27062" r="5587" b="7155"/>
          <a:stretch>
            <a:fillRect/>
          </a:stretch>
        </p:blipFill>
        <p:spPr>
          <a:xfrm>
            <a:off x="134066" y="1210033"/>
            <a:ext cx="8875868" cy="35475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BB64B3B-5494-290E-62A6-F138B59B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>
            <a:extLst>
              <a:ext uri="{FF2B5EF4-FFF2-40B4-BE49-F238E27FC236}">
                <a16:creationId xmlns:a16="http://schemas.microsoft.com/office/drawing/2014/main" id="{D6A9E1D4-21A1-C839-203B-CB1E28EBB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Power BI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BE717-F2B9-2976-8956-E0F7684021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06" t="18602" r="9849" b="7770"/>
          <a:stretch>
            <a:fillRect/>
          </a:stretch>
        </p:blipFill>
        <p:spPr>
          <a:xfrm>
            <a:off x="796050" y="1182532"/>
            <a:ext cx="7544199" cy="383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5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DEB0C63-24D7-3099-75DF-16115BAB0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>
            <a:extLst>
              <a:ext uri="{FF2B5EF4-FFF2-40B4-BE49-F238E27FC236}">
                <a16:creationId xmlns:a16="http://schemas.microsoft.com/office/drawing/2014/main" id="{C4433E98-3432-3347-6E4F-B73082FA0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Power BI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2D6E74-9B6C-560B-D415-314B42BC06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9" t="18602" r="9892" b="8037"/>
          <a:stretch>
            <a:fillRect/>
          </a:stretch>
        </p:blipFill>
        <p:spPr>
          <a:xfrm>
            <a:off x="747030" y="1169071"/>
            <a:ext cx="7649940" cy="382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374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496474B6-F89C-5FBD-E718-D6174ADA6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>
            <a:extLst>
              <a:ext uri="{FF2B5EF4-FFF2-40B4-BE49-F238E27FC236}">
                <a16:creationId xmlns:a16="http://schemas.microsoft.com/office/drawing/2014/main" id="{38339257-4648-9F31-1F06-75548BD983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– Tableau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BAEFCD-21D9-5E5C-9541-C41C5BF847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78" t="13902" b="5898"/>
          <a:stretch>
            <a:fillRect/>
          </a:stretch>
        </p:blipFill>
        <p:spPr>
          <a:xfrm>
            <a:off x="275867" y="1148352"/>
            <a:ext cx="8592266" cy="392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122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C285A142-A520-6E1C-BBCC-8ABCC2634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D28955F9-1072-3F98-5DD5-6D00F68221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📊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Generated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8E8E8B-5C1A-7FAE-12C4-6A23DEA017DE}"/>
              </a:ext>
            </a:extLst>
          </p:cNvPr>
          <p:cNvSpPr txBox="1"/>
          <p:nvPr/>
        </p:nvSpPr>
        <p:spPr>
          <a:xfrm>
            <a:off x="640055" y="1356497"/>
            <a:ext cx="7863889" cy="30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🍴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Distribution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and the USA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the highest restaurant listings on Zomato.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India,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Delhi, Gurgaon and Noida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dominate the platform.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cities 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restaurant density but lower average ratings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competition.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&amp; Cost Analysis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cost for two is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in Singapore and lowest in India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restaurants fall under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(₹101 – ₹500)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Fine-dine outlets have fewer listings but higher ratings.</a:t>
            </a:r>
          </a:p>
        </p:txBody>
      </p:sp>
    </p:spTree>
    <p:extLst>
      <p:ext uri="{BB962C8B-B14F-4D97-AF65-F5344CB8AC3E}">
        <p14:creationId xmlns:p14="http://schemas.microsoft.com/office/powerpoint/2010/main" val="2189822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D8038CC5-0D75-9EC6-5857-A16C5EAA3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54FF48CA-C2B2-6791-F505-01F21F3FAF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📊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Generated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9E98C-6519-A40B-3052-B49A7CE2518A}"/>
              </a:ext>
            </a:extLst>
          </p:cNvPr>
          <p:cNvSpPr txBox="1"/>
          <p:nvPr/>
        </p:nvSpPr>
        <p:spPr>
          <a:xfrm>
            <a:off x="640055" y="1356497"/>
            <a:ext cx="7863889" cy="33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⭐Customer Behaviour &amp; Ratings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delivery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ratings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votes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booking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common among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restaurants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Cuisines diversity links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engagement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📅Time-Based Trends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Noticeable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 during 2012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possibly due to economic or operational factors.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Sharp rise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2013–2018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Zomato’s rapid expansion phase.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March, July, and September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 the highest restaurant openings across years.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746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4BB629FA-629E-5AEC-A62B-461F30F0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1F5DE5B0-8AD1-B5D8-D071-F686EF2AD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📊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Generated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ACBD7-D742-7A64-D4A6-9F5E8CEFCFED}"/>
              </a:ext>
            </a:extLst>
          </p:cNvPr>
          <p:cNvSpPr txBox="1"/>
          <p:nvPr/>
        </p:nvSpPr>
        <p:spPr>
          <a:xfrm>
            <a:off x="640055" y="1356497"/>
            <a:ext cx="7863889" cy="20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🏆Top Performing Segments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Cuisine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top-rated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cuisine globally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Multi-cuisine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restaurants attract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ratings and votes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Top-rated restaurants maintain ratings between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4.0–4.9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is 2.89,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indicating scope for service improvement.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1348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646DB43F-407E-526F-A9DD-CC10713B4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72A7DF61-654C-5E98-7DB7-2C7992C47E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🏁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Final Outcomes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145EEC-3A82-5978-A330-934E23C26D7B}"/>
              </a:ext>
            </a:extLst>
          </p:cNvPr>
          <p:cNvSpPr txBox="1"/>
          <p:nvPr/>
        </p:nvSpPr>
        <p:spPr>
          <a:xfrm>
            <a:off x="640055" y="1356497"/>
            <a:ext cx="7863889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of Zomato’s dataset revealed key patterns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growth, pricing, and customer behavior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multiple countries.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Cuisine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emerged 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top-rated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overall rating (2.89)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highlights the need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service quality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25.66%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restaurants offer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delivery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12.12%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booking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showing limited-service adoption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and the USA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lead in restaurant listings.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demonstrated 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can uncover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business strategies, enhance customer experience, and drive platform growth.</a:t>
            </a:r>
          </a:p>
        </p:txBody>
      </p:sp>
    </p:spTree>
    <p:extLst>
      <p:ext uri="{BB962C8B-B14F-4D97-AF65-F5344CB8AC3E}">
        <p14:creationId xmlns:p14="http://schemas.microsoft.com/office/powerpoint/2010/main" val="3388107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254B09B3-536E-CF8B-8CCD-D3F2787A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43FF0334-8354-8E84-52CC-30C69C3017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🏁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Final Outcomes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93504-BFA2-369F-8E23-C402AC90A4BA}"/>
              </a:ext>
            </a:extLst>
          </p:cNvPr>
          <p:cNvSpPr txBox="1"/>
          <p:nvPr/>
        </p:nvSpPr>
        <p:spPr>
          <a:xfrm>
            <a:off x="640055" y="1356497"/>
            <a:ext cx="7863889" cy="20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Outcomes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year, quarter &amp; month-wise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pricing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converting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Cost for Two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creating price segments.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Excel, Power BI, Tableau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visual insights.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Wrote SQL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in MySQL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summarize key data for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 and visuals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measure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growth, ratings, and service availability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52629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9FB4468B-0F64-2F19-ACD3-20A0C2341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D593F2D0-E20D-6C1A-C8D9-E743158ABD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Drawbacks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2D0505-41FA-AE58-FBA7-50D2FDBF8697}"/>
              </a:ext>
            </a:extLst>
          </p:cNvPr>
          <p:cNvSpPr txBox="1"/>
          <p:nvPr/>
        </p:nvSpPr>
        <p:spPr>
          <a:xfrm>
            <a:off x="640055" y="1356497"/>
            <a:ext cx="7863889" cy="26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dirty="0"/>
              <a:t>💡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restaurants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 online delivery and table booking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increase visibility and ratings.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 mechanisms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customer satisfaction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(2.89)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room for service enhancement.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Cuisine and multi-cuisine concepts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they consistently attract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ratings and engagement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operations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underrepresented cities or countries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growing food demand.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trends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(March, July, September) for marketing and new openings.</a:t>
            </a:r>
          </a:p>
        </p:txBody>
      </p:sp>
    </p:spTree>
    <p:extLst>
      <p:ext uri="{BB962C8B-B14F-4D97-AF65-F5344CB8AC3E}">
        <p14:creationId xmlns:p14="http://schemas.microsoft.com/office/powerpoint/2010/main" val="3460317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3F8011BA-CD57-72A6-FB67-0E5A9EE8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63CA213D-D5E9-9434-22AE-2EB9B1FEF7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Drawbacks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2F7EA-1B6C-B39D-AAE0-36F5E5714B83}"/>
              </a:ext>
            </a:extLst>
          </p:cNvPr>
          <p:cNvSpPr txBox="1"/>
          <p:nvPr/>
        </p:nvSpPr>
        <p:spPr>
          <a:xfrm>
            <a:off x="640055" y="1356497"/>
            <a:ext cx="7863889" cy="30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⚠️Drawbacks / Limitations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Currency inconsistency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Average Cost for Two is in different local currencies, making price comparison challenging without conversion.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or incomplete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restaurants have missing cuisine, cost, or rating values, which can affect the accuracy of insights.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customer demographics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Dataset doesn’t include age, gender, or spending behavior of users –  limits customer segmentation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time-series continuity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Datekey_Opening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 only shows opening date – no data on closures or ongoing activity.</a:t>
            </a:r>
          </a:p>
        </p:txBody>
      </p:sp>
    </p:spTree>
    <p:extLst>
      <p:ext uri="{BB962C8B-B14F-4D97-AF65-F5344CB8AC3E}">
        <p14:creationId xmlns:p14="http://schemas.microsoft.com/office/powerpoint/2010/main" val="320352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78FB81B4-EF98-4154-5FDA-29A9CFE5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>
            <a:extLst>
              <a:ext uri="{FF2B5EF4-FFF2-40B4-BE49-F238E27FC236}">
                <a16:creationId xmlns:a16="http://schemas.microsoft.com/office/drawing/2014/main" id="{DF51A2EA-FC99-F6EB-C652-BE201A550E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96050" y="201100"/>
            <a:ext cx="7551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Drawbacks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E4F95C-DFCD-7B48-8D2C-D3538CB67B51}"/>
              </a:ext>
            </a:extLst>
          </p:cNvPr>
          <p:cNvSpPr txBox="1"/>
          <p:nvPr/>
        </p:nvSpPr>
        <p:spPr>
          <a:xfrm>
            <a:off x="640055" y="1356497"/>
            <a:ext cx="7863889" cy="30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⚠️Drawbacks / Limitations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bias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Ratings may be subjective or outdated, not always reflecting the current quality or service.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Uneven geographic representation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Some countries (like India and USA) dominate the dataset, causing imbalanced insights across regions.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business metrics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fields for revenue, profit, or sales volume, restricting financial performance analysis.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dataset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Represents a snapshot in time, not live or regularly updated — trends may not represent current Zomato data.</a:t>
            </a:r>
          </a:p>
        </p:txBody>
      </p:sp>
    </p:spTree>
    <p:extLst>
      <p:ext uri="{BB962C8B-B14F-4D97-AF65-F5344CB8AC3E}">
        <p14:creationId xmlns:p14="http://schemas.microsoft.com/office/powerpoint/2010/main" val="1500758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2D4A42-D1AE-0A35-5C6F-E135E3E7A521}"/>
              </a:ext>
            </a:extLst>
          </p:cNvPr>
          <p:cNvSpPr txBox="1"/>
          <p:nvPr/>
        </p:nvSpPr>
        <p:spPr>
          <a:xfrm>
            <a:off x="1573161" y="1477014"/>
            <a:ext cx="5997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800C4-B9C7-2FA3-6D23-2A77DD8AEF5C}"/>
              </a:ext>
            </a:extLst>
          </p:cNvPr>
          <p:cNvSpPr txBox="1"/>
          <p:nvPr/>
        </p:nvSpPr>
        <p:spPr>
          <a:xfrm>
            <a:off x="2286000" y="273889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E23744"/>
                </a:solidFill>
              </a:rPr>
              <a:t>Tools Used:</a:t>
            </a:r>
            <a:r>
              <a:rPr lang="en-US" dirty="0">
                <a:solidFill>
                  <a:srgbClr val="E23744"/>
                </a:solidFill>
              </a:rPr>
              <a:t> Excel | Power BI | Tableau | MySQL</a:t>
            </a:r>
            <a:endParaRPr lang="en-IN" dirty="0">
              <a:solidFill>
                <a:srgbClr val="E2374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81639-9C42-CB03-1200-BA83DC1E0894}"/>
              </a:ext>
            </a:extLst>
          </p:cNvPr>
          <p:cNvSpPr txBox="1"/>
          <p:nvPr/>
        </p:nvSpPr>
        <p:spPr>
          <a:xfrm>
            <a:off x="2286000" y="304667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E23744"/>
                </a:solidFill>
              </a:rPr>
              <a:t>Turning data into decisions, and insights into impact.</a:t>
            </a:r>
            <a:endParaRPr lang="en-IN" i="1" dirty="0">
              <a:solidFill>
                <a:srgbClr val="E237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676041"/>
      </p:ext>
    </p:extLst>
  </p:cSld>
  <p:clrMapOvr>
    <a:masterClrMapping/>
  </p:clrMapOvr>
</p:sld>
</file>

<file path=ppt/theme/theme1.xml><?xml version="1.0" encoding="utf-8"?>
<a:theme xmlns:a="http://schemas.openxmlformats.org/drawingml/2006/main" name="Food Delivery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EEEEEE"/>
      </a:lt2>
      <a:accent1>
        <a:srgbClr val="FF5F70"/>
      </a:accent1>
      <a:accent2>
        <a:srgbClr val="5493B3"/>
      </a:accent2>
      <a:accent3>
        <a:srgbClr val="91DAFF"/>
      </a:accent3>
      <a:accent4>
        <a:srgbClr val="E4DF6F"/>
      </a:accent4>
      <a:accent5>
        <a:srgbClr val="B3B05D"/>
      </a:accent5>
      <a:accent6>
        <a:srgbClr val="C5404E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950</Words>
  <Application>Microsoft Office PowerPoint</Application>
  <PresentationFormat>On-screen Show (16:9)</PresentationFormat>
  <Paragraphs>100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Roboto</vt:lpstr>
      <vt:lpstr>Advent Pro</vt:lpstr>
      <vt:lpstr>Times New Roman</vt:lpstr>
      <vt:lpstr>Food Delivery</vt:lpstr>
      <vt:lpstr>Analytics</vt:lpstr>
      <vt:lpstr>Introduction</vt:lpstr>
      <vt:lpstr>Introduction</vt:lpstr>
      <vt:lpstr>Objectives</vt:lpstr>
      <vt:lpstr>Dataset Overview</vt:lpstr>
      <vt:lpstr>Dashboard – Excel</vt:lpstr>
      <vt:lpstr>Dashboard – Power BI</vt:lpstr>
      <vt:lpstr>Dashboard – Power BI</vt:lpstr>
      <vt:lpstr>Dashboard – Tableau</vt:lpstr>
      <vt:lpstr>📊Insights Generated</vt:lpstr>
      <vt:lpstr>📊Insights Generated</vt:lpstr>
      <vt:lpstr>📊Insights Generated</vt:lpstr>
      <vt:lpstr>🏁Conclusion &amp; Final Outcomes</vt:lpstr>
      <vt:lpstr>🏁Conclusion &amp; Final Outcomes</vt:lpstr>
      <vt:lpstr>Recommendations &amp; Drawbacks</vt:lpstr>
      <vt:lpstr>Recommendations &amp; Drawbacks</vt:lpstr>
      <vt:lpstr>Recommendations &amp; Drawbacks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Arshin Akram</dc:creator>
  <cp:lastModifiedBy>Arshin Akram</cp:lastModifiedBy>
  <cp:revision>1</cp:revision>
  <dcterms:modified xsi:type="dcterms:W3CDTF">2025-12-12T13:08:25Z</dcterms:modified>
</cp:coreProperties>
</file>